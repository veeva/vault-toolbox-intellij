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147472608" r:id="rId2"/>
    <p:sldId id="2147472699" r:id="rId3"/>
    <p:sldId id="2147470942" r:id="rId4"/>
    <p:sldId id="1256" r:id="rId5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569"/>
    <a:srgbClr val="8B8C8E"/>
    <a:srgbClr val="B3EB8D"/>
    <a:srgbClr val="3FBFAD"/>
    <a:srgbClr val="FFFFFF"/>
    <a:srgbClr val="DD5F13"/>
    <a:srgbClr val="4F86A0"/>
    <a:srgbClr val="FF9E16"/>
    <a:srgbClr val="BFBFBF"/>
    <a:srgbClr val="8A8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6" autoAdjust="0"/>
    <p:restoredTop sz="93804" autoAdjust="0"/>
  </p:normalViewPr>
  <p:slideViewPr>
    <p:cSldViewPr snapToGrid="0">
      <p:cViewPr varScale="1">
        <p:scale>
          <a:sx n="108" d="100"/>
          <a:sy n="108" d="100"/>
        </p:scale>
        <p:origin x="1264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915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83112-4CC5-420B-891E-1A03BDB84B55}" type="datetimeFigureOut">
              <a:rPr lang="en-US" smtClean="0"/>
              <a:t>8/30/24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995AA-23C2-4D6A-910E-6077D38FE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27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2BF4895-7314-4F40-8DF5-D49530122100}" type="datetimeFigureOut">
              <a:rPr lang="en-US" smtClean="0"/>
              <a:t>8/30/24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FF51DB6-9766-45D9-9D9B-77298589E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7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51DB6-9766-45D9-9D9B-77298589ED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62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51DB6-9766-45D9-9D9B-77298589ED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05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51DB6-9766-45D9-9D9B-77298589ED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0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51DB6-9766-45D9-9D9B-77298589ED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ev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3703814" y="2867487"/>
            <a:ext cx="4784373" cy="1109709"/>
            <a:chOff x="0" y="1492"/>
            <a:chExt cx="5760" cy="1336"/>
          </a:xfrm>
          <a:solidFill>
            <a:schemeClr val="bg1"/>
          </a:solidFill>
        </p:grpSpPr>
        <p:sp>
          <p:nvSpPr>
            <p:cNvPr id="8" name="Freeform 14"/>
            <p:cNvSpPr>
              <a:spLocks/>
            </p:cNvSpPr>
            <p:nvPr userDrawn="1"/>
          </p:nvSpPr>
          <p:spPr bwMode="auto">
            <a:xfrm>
              <a:off x="3518" y="1664"/>
              <a:ext cx="1165" cy="1164"/>
            </a:xfrm>
            <a:custGeom>
              <a:avLst/>
              <a:gdLst>
                <a:gd name="T0" fmla="*/ 265 w 265"/>
                <a:gd name="T1" fmla="*/ 0 h 264"/>
                <a:gd name="T2" fmla="*/ 215 w 265"/>
                <a:gd name="T3" fmla="*/ 0 h 264"/>
                <a:gd name="T4" fmla="*/ 132 w 265"/>
                <a:gd name="T5" fmla="*/ 166 h 264"/>
                <a:gd name="T6" fmla="*/ 49 w 265"/>
                <a:gd name="T7" fmla="*/ 0 h 264"/>
                <a:gd name="T8" fmla="*/ 0 w 265"/>
                <a:gd name="T9" fmla="*/ 0 h 264"/>
                <a:gd name="T10" fmla="*/ 132 w 265"/>
                <a:gd name="T11" fmla="*/ 264 h 264"/>
                <a:gd name="T12" fmla="*/ 265 w 265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264">
                  <a:moveTo>
                    <a:pt x="265" y="0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104"/>
                    <a:pt x="132" y="264"/>
                    <a:pt x="132" y="26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5"/>
            <p:cNvSpPr>
              <a:spLocks noEditPoints="1"/>
            </p:cNvSpPr>
            <p:nvPr userDrawn="1"/>
          </p:nvSpPr>
          <p:spPr bwMode="auto">
            <a:xfrm>
              <a:off x="2440" y="1651"/>
              <a:ext cx="1130" cy="1137"/>
            </a:xfrm>
            <a:custGeom>
              <a:avLst/>
              <a:gdLst>
                <a:gd name="T0" fmla="*/ 128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8 w 257"/>
                <a:gd name="T7" fmla="*/ 42 h 258"/>
                <a:gd name="T8" fmla="*/ 128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8 w 257"/>
                <a:gd name="T17" fmla="*/ 0 h 258"/>
                <a:gd name="T18" fmla="*/ 0 w 257"/>
                <a:gd name="T19" fmla="*/ 129 h 258"/>
                <a:gd name="T20" fmla="*/ 128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8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8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8" y="42"/>
                  </a:cubicBezTo>
                  <a:moveTo>
                    <a:pt x="128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8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8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6"/>
            <p:cNvSpPr>
              <a:spLocks noEditPoints="1"/>
            </p:cNvSpPr>
            <p:nvPr userDrawn="1"/>
          </p:nvSpPr>
          <p:spPr bwMode="auto">
            <a:xfrm>
              <a:off x="4626" y="1655"/>
              <a:ext cx="1134" cy="1138"/>
            </a:xfrm>
            <a:custGeom>
              <a:avLst/>
              <a:gdLst>
                <a:gd name="T0" fmla="*/ 129 w 258"/>
                <a:gd name="T1" fmla="*/ 216 h 258"/>
                <a:gd name="T2" fmla="*/ 42 w 258"/>
                <a:gd name="T3" fmla="*/ 129 h 258"/>
                <a:gd name="T4" fmla="*/ 129 w 258"/>
                <a:gd name="T5" fmla="*/ 42 h 258"/>
                <a:gd name="T6" fmla="*/ 216 w 258"/>
                <a:gd name="T7" fmla="*/ 128 h 258"/>
                <a:gd name="T8" fmla="*/ 216 w 258"/>
                <a:gd name="T9" fmla="*/ 131 h 258"/>
                <a:gd name="T10" fmla="*/ 129 w 258"/>
                <a:gd name="T11" fmla="*/ 216 h 258"/>
                <a:gd name="T12" fmla="*/ 258 w 258"/>
                <a:gd name="T13" fmla="*/ 129 h 258"/>
                <a:gd name="T14" fmla="*/ 258 w 258"/>
                <a:gd name="T15" fmla="*/ 128 h 258"/>
                <a:gd name="T16" fmla="*/ 258 w 258"/>
                <a:gd name="T17" fmla="*/ 3 h 258"/>
                <a:gd name="T18" fmla="*/ 216 w 258"/>
                <a:gd name="T19" fmla="*/ 3 h 258"/>
                <a:gd name="T20" fmla="*/ 216 w 258"/>
                <a:gd name="T21" fmla="*/ 34 h 258"/>
                <a:gd name="T22" fmla="*/ 129 w 258"/>
                <a:gd name="T23" fmla="*/ 0 h 258"/>
                <a:gd name="T24" fmla="*/ 0 w 258"/>
                <a:gd name="T25" fmla="*/ 129 h 258"/>
                <a:gd name="T26" fmla="*/ 129 w 258"/>
                <a:gd name="T27" fmla="*/ 258 h 258"/>
                <a:gd name="T28" fmla="*/ 216 w 258"/>
                <a:gd name="T29" fmla="*/ 224 h 258"/>
                <a:gd name="T30" fmla="*/ 216 w 258"/>
                <a:gd name="T31" fmla="*/ 256 h 258"/>
                <a:gd name="T32" fmla="*/ 258 w 258"/>
                <a:gd name="T33" fmla="*/ 256 h 258"/>
                <a:gd name="T34" fmla="*/ 258 w 258"/>
                <a:gd name="T35" fmla="*/ 131 h 258"/>
                <a:gd name="T36" fmla="*/ 258 w 258"/>
                <a:gd name="T37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258">
                  <a:moveTo>
                    <a:pt x="129" y="216"/>
                  </a:moveTo>
                  <a:cubicBezTo>
                    <a:pt x="81" y="216"/>
                    <a:pt x="42" y="177"/>
                    <a:pt x="42" y="129"/>
                  </a:cubicBezTo>
                  <a:cubicBezTo>
                    <a:pt x="42" y="81"/>
                    <a:pt x="81" y="42"/>
                    <a:pt x="129" y="42"/>
                  </a:cubicBezTo>
                  <a:cubicBezTo>
                    <a:pt x="176" y="42"/>
                    <a:pt x="215" y="80"/>
                    <a:pt x="216" y="128"/>
                  </a:cubicBezTo>
                  <a:cubicBezTo>
                    <a:pt x="216" y="131"/>
                    <a:pt x="216" y="131"/>
                    <a:pt x="216" y="131"/>
                  </a:cubicBezTo>
                  <a:cubicBezTo>
                    <a:pt x="215" y="178"/>
                    <a:pt x="176" y="216"/>
                    <a:pt x="129" y="216"/>
                  </a:cubicBezTo>
                  <a:moveTo>
                    <a:pt x="258" y="129"/>
                  </a:moveTo>
                  <a:cubicBezTo>
                    <a:pt x="258" y="129"/>
                    <a:pt x="258" y="128"/>
                    <a:pt x="258" y="128"/>
                  </a:cubicBezTo>
                  <a:cubicBezTo>
                    <a:pt x="258" y="3"/>
                    <a:pt x="258" y="3"/>
                    <a:pt x="258" y="3"/>
                  </a:cubicBezTo>
                  <a:cubicBezTo>
                    <a:pt x="216" y="3"/>
                    <a:pt x="216" y="3"/>
                    <a:pt x="216" y="3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93" y="13"/>
                    <a:pt x="162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162" y="258"/>
                    <a:pt x="193" y="245"/>
                    <a:pt x="216" y="224"/>
                  </a:cubicBezTo>
                  <a:cubicBezTo>
                    <a:pt x="216" y="256"/>
                    <a:pt x="216" y="256"/>
                    <a:pt x="216" y="256"/>
                  </a:cubicBezTo>
                  <a:cubicBezTo>
                    <a:pt x="258" y="256"/>
                    <a:pt x="258" y="256"/>
                    <a:pt x="258" y="256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58" y="130"/>
                    <a:pt x="258" y="130"/>
                    <a:pt x="258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/>
            <p:cNvSpPr>
              <a:spLocks noEditPoints="1"/>
            </p:cNvSpPr>
            <p:nvPr userDrawn="1"/>
          </p:nvSpPr>
          <p:spPr bwMode="auto">
            <a:xfrm>
              <a:off x="1183" y="1651"/>
              <a:ext cx="1130" cy="1137"/>
            </a:xfrm>
            <a:custGeom>
              <a:avLst/>
              <a:gdLst>
                <a:gd name="T0" fmla="*/ 129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9 w 257"/>
                <a:gd name="T7" fmla="*/ 42 h 258"/>
                <a:gd name="T8" fmla="*/ 129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9 w 257"/>
                <a:gd name="T17" fmla="*/ 0 h 258"/>
                <a:gd name="T18" fmla="*/ 0 w 257"/>
                <a:gd name="T19" fmla="*/ 129 h 258"/>
                <a:gd name="T20" fmla="*/ 129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9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9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9" y="42"/>
                  </a:cubicBezTo>
                  <a:moveTo>
                    <a:pt x="129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9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9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9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 userDrawn="1"/>
          </p:nvSpPr>
          <p:spPr bwMode="auto">
            <a:xfrm>
              <a:off x="0" y="1492"/>
              <a:ext cx="1315" cy="1336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360" y="1492"/>
              <a:ext cx="594" cy="595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315329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092222"/>
            <a:ext cx="9144000" cy="2299052"/>
          </a:xfrm>
        </p:spPr>
        <p:txBody>
          <a:bodyPr anchor="b"/>
          <a:lstStyle>
            <a:lvl1pPr algn="ctr">
              <a:lnSpc>
                <a:spcPct val="80000"/>
              </a:lnSpc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5543" y="3391274"/>
            <a:ext cx="10580914" cy="892630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40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6" name="Group 13"/>
          <p:cNvGrpSpPr>
            <a:grpSpLocks noChangeAspect="1"/>
          </p:cNvGrpSpPr>
          <p:nvPr userDrawn="1"/>
        </p:nvGrpSpPr>
        <p:grpSpPr bwMode="auto">
          <a:xfrm>
            <a:off x="4879767" y="5158664"/>
            <a:ext cx="2432467" cy="564197"/>
            <a:chOff x="0" y="1492"/>
            <a:chExt cx="5760" cy="1336"/>
          </a:xfrm>
          <a:solidFill>
            <a:schemeClr val="bg1"/>
          </a:solidFill>
        </p:grpSpPr>
        <p:sp>
          <p:nvSpPr>
            <p:cNvPr id="27" name="Freeform 14"/>
            <p:cNvSpPr>
              <a:spLocks/>
            </p:cNvSpPr>
            <p:nvPr userDrawn="1"/>
          </p:nvSpPr>
          <p:spPr bwMode="auto">
            <a:xfrm>
              <a:off x="3518" y="1664"/>
              <a:ext cx="1165" cy="1164"/>
            </a:xfrm>
            <a:custGeom>
              <a:avLst/>
              <a:gdLst>
                <a:gd name="T0" fmla="*/ 265 w 265"/>
                <a:gd name="T1" fmla="*/ 0 h 264"/>
                <a:gd name="T2" fmla="*/ 215 w 265"/>
                <a:gd name="T3" fmla="*/ 0 h 264"/>
                <a:gd name="T4" fmla="*/ 132 w 265"/>
                <a:gd name="T5" fmla="*/ 166 h 264"/>
                <a:gd name="T6" fmla="*/ 49 w 265"/>
                <a:gd name="T7" fmla="*/ 0 h 264"/>
                <a:gd name="T8" fmla="*/ 0 w 265"/>
                <a:gd name="T9" fmla="*/ 0 h 264"/>
                <a:gd name="T10" fmla="*/ 132 w 265"/>
                <a:gd name="T11" fmla="*/ 264 h 264"/>
                <a:gd name="T12" fmla="*/ 265 w 265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264">
                  <a:moveTo>
                    <a:pt x="265" y="0"/>
                  </a:moveTo>
                  <a:cubicBezTo>
                    <a:pt x="215" y="0"/>
                    <a:pt x="215" y="0"/>
                    <a:pt x="215" y="0"/>
                  </a:cubicBezTo>
                  <a:cubicBezTo>
                    <a:pt x="132" y="166"/>
                    <a:pt x="132" y="166"/>
                    <a:pt x="132" y="166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104"/>
                    <a:pt x="132" y="264"/>
                    <a:pt x="132" y="264"/>
                  </a:cubicBezTo>
                  <a:lnTo>
                    <a:pt x="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5"/>
            <p:cNvSpPr>
              <a:spLocks noEditPoints="1"/>
            </p:cNvSpPr>
            <p:nvPr userDrawn="1"/>
          </p:nvSpPr>
          <p:spPr bwMode="auto">
            <a:xfrm>
              <a:off x="2440" y="1651"/>
              <a:ext cx="1130" cy="1137"/>
            </a:xfrm>
            <a:custGeom>
              <a:avLst/>
              <a:gdLst>
                <a:gd name="T0" fmla="*/ 128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8 w 257"/>
                <a:gd name="T7" fmla="*/ 42 h 258"/>
                <a:gd name="T8" fmla="*/ 128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8 w 257"/>
                <a:gd name="T17" fmla="*/ 0 h 258"/>
                <a:gd name="T18" fmla="*/ 0 w 257"/>
                <a:gd name="T19" fmla="*/ 129 h 258"/>
                <a:gd name="T20" fmla="*/ 128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8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8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8" y="42"/>
                  </a:cubicBezTo>
                  <a:moveTo>
                    <a:pt x="128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8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8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8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/>
            <p:cNvSpPr>
              <a:spLocks noEditPoints="1"/>
            </p:cNvSpPr>
            <p:nvPr userDrawn="1"/>
          </p:nvSpPr>
          <p:spPr bwMode="auto">
            <a:xfrm>
              <a:off x="4626" y="1655"/>
              <a:ext cx="1134" cy="1138"/>
            </a:xfrm>
            <a:custGeom>
              <a:avLst/>
              <a:gdLst>
                <a:gd name="T0" fmla="*/ 129 w 258"/>
                <a:gd name="T1" fmla="*/ 216 h 258"/>
                <a:gd name="T2" fmla="*/ 42 w 258"/>
                <a:gd name="T3" fmla="*/ 129 h 258"/>
                <a:gd name="T4" fmla="*/ 129 w 258"/>
                <a:gd name="T5" fmla="*/ 42 h 258"/>
                <a:gd name="T6" fmla="*/ 216 w 258"/>
                <a:gd name="T7" fmla="*/ 128 h 258"/>
                <a:gd name="T8" fmla="*/ 216 w 258"/>
                <a:gd name="T9" fmla="*/ 131 h 258"/>
                <a:gd name="T10" fmla="*/ 129 w 258"/>
                <a:gd name="T11" fmla="*/ 216 h 258"/>
                <a:gd name="T12" fmla="*/ 258 w 258"/>
                <a:gd name="T13" fmla="*/ 129 h 258"/>
                <a:gd name="T14" fmla="*/ 258 w 258"/>
                <a:gd name="T15" fmla="*/ 128 h 258"/>
                <a:gd name="T16" fmla="*/ 258 w 258"/>
                <a:gd name="T17" fmla="*/ 3 h 258"/>
                <a:gd name="T18" fmla="*/ 216 w 258"/>
                <a:gd name="T19" fmla="*/ 3 h 258"/>
                <a:gd name="T20" fmla="*/ 216 w 258"/>
                <a:gd name="T21" fmla="*/ 34 h 258"/>
                <a:gd name="T22" fmla="*/ 129 w 258"/>
                <a:gd name="T23" fmla="*/ 0 h 258"/>
                <a:gd name="T24" fmla="*/ 0 w 258"/>
                <a:gd name="T25" fmla="*/ 129 h 258"/>
                <a:gd name="T26" fmla="*/ 129 w 258"/>
                <a:gd name="T27" fmla="*/ 258 h 258"/>
                <a:gd name="T28" fmla="*/ 216 w 258"/>
                <a:gd name="T29" fmla="*/ 224 h 258"/>
                <a:gd name="T30" fmla="*/ 216 w 258"/>
                <a:gd name="T31" fmla="*/ 256 h 258"/>
                <a:gd name="T32" fmla="*/ 258 w 258"/>
                <a:gd name="T33" fmla="*/ 256 h 258"/>
                <a:gd name="T34" fmla="*/ 258 w 258"/>
                <a:gd name="T35" fmla="*/ 131 h 258"/>
                <a:gd name="T36" fmla="*/ 258 w 258"/>
                <a:gd name="T37" fmla="*/ 129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258">
                  <a:moveTo>
                    <a:pt x="129" y="216"/>
                  </a:moveTo>
                  <a:cubicBezTo>
                    <a:pt x="81" y="216"/>
                    <a:pt x="42" y="177"/>
                    <a:pt x="42" y="129"/>
                  </a:cubicBezTo>
                  <a:cubicBezTo>
                    <a:pt x="42" y="81"/>
                    <a:pt x="81" y="42"/>
                    <a:pt x="129" y="42"/>
                  </a:cubicBezTo>
                  <a:cubicBezTo>
                    <a:pt x="176" y="42"/>
                    <a:pt x="215" y="80"/>
                    <a:pt x="216" y="128"/>
                  </a:cubicBezTo>
                  <a:cubicBezTo>
                    <a:pt x="216" y="131"/>
                    <a:pt x="216" y="131"/>
                    <a:pt x="216" y="131"/>
                  </a:cubicBezTo>
                  <a:cubicBezTo>
                    <a:pt x="215" y="178"/>
                    <a:pt x="176" y="216"/>
                    <a:pt x="129" y="216"/>
                  </a:cubicBezTo>
                  <a:moveTo>
                    <a:pt x="258" y="129"/>
                  </a:moveTo>
                  <a:cubicBezTo>
                    <a:pt x="258" y="129"/>
                    <a:pt x="258" y="128"/>
                    <a:pt x="258" y="128"/>
                  </a:cubicBezTo>
                  <a:cubicBezTo>
                    <a:pt x="258" y="3"/>
                    <a:pt x="258" y="3"/>
                    <a:pt x="258" y="3"/>
                  </a:cubicBezTo>
                  <a:cubicBezTo>
                    <a:pt x="216" y="3"/>
                    <a:pt x="216" y="3"/>
                    <a:pt x="216" y="3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93" y="13"/>
                    <a:pt x="162" y="0"/>
                    <a:pt x="129" y="0"/>
                  </a:cubicBezTo>
                  <a:cubicBezTo>
                    <a:pt x="58" y="0"/>
                    <a:pt x="0" y="58"/>
                    <a:pt x="0" y="129"/>
                  </a:cubicBezTo>
                  <a:cubicBezTo>
                    <a:pt x="0" y="200"/>
                    <a:pt x="58" y="258"/>
                    <a:pt x="129" y="258"/>
                  </a:cubicBezTo>
                  <a:cubicBezTo>
                    <a:pt x="162" y="258"/>
                    <a:pt x="193" y="245"/>
                    <a:pt x="216" y="224"/>
                  </a:cubicBezTo>
                  <a:cubicBezTo>
                    <a:pt x="216" y="256"/>
                    <a:pt x="216" y="256"/>
                    <a:pt x="216" y="256"/>
                  </a:cubicBezTo>
                  <a:cubicBezTo>
                    <a:pt x="258" y="256"/>
                    <a:pt x="258" y="256"/>
                    <a:pt x="258" y="256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58" y="130"/>
                    <a:pt x="258" y="130"/>
                    <a:pt x="258" y="12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7"/>
            <p:cNvSpPr>
              <a:spLocks noEditPoints="1"/>
            </p:cNvSpPr>
            <p:nvPr userDrawn="1"/>
          </p:nvSpPr>
          <p:spPr bwMode="auto">
            <a:xfrm>
              <a:off x="1183" y="1651"/>
              <a:ext cx="1130" cy="1137"/>
            </a:xfrm>
            <a:custGeom>
              <a:avLst/>
              <a:gdLst>
                <a:gd name="T0" fmla="*/ 129 w 257"/>
                <a:gd name="T1" fmla="*/ 42 h 258"/>
                <a:gd name="T2" fmla="*/ 213 w 257"/>
                <a:gd name="T3" fmla="*/ 108 h 258"/>
                <a:gd name="T4" fmla="*/ 44 w 257"/>
                <a:gd name="T5" fmla="*/ 108 h 258"/>
                <a:gd name="T6" fmla="*/ 129 w 257"/>
                <a:gd name="T7" fmla="*/ 42 h 258"/>
                <a:gd name="T8" fmla="*/ 129 w 257"/>
                <a:gd name="T9" fmla="*/ 216 h 258"/>
                <a:gd name="T10" fmla="*/ 44 w 257"/>
                <a:gd name="T11" fmla="*/ 150 h 258"/>
                <a:gd name="T12" fmla="*/ 257 w 257"/>
                <a:gd name="T13" fmla="*/ 150 h 258"/>
                <a:gd name="T14" fmla="*/ 257 w 257"/>
                <a:gd name="T15" fmla="*/ 129 h 258"/>
                <a:gd name="T16" fmla="*/ 129 w 257"/>
                <a:gd name="T17" fmla="*/ 0 h 258"/>
                <a:gd name="T18" fmla="*/ 0 w 257"/>
                <a:gd name="T19" fmla="*/ 129 h 258"/>
                <a:gd name="T20" fmla="*/ 129 w 257"/>
                <a:gd name="T21" fmla="*/ 258 h 258"/>
                <a:gd name="T22" fmla="*/ 243 w 257"/>
                <a:gd name="T23" fmla="*/ 189 h 258"/>
                <a:gd name="T24" fmla="*/ 191 w 257"/>
                <a:gd name="T25" fmla="*/ 189 h 258"/>
                <a:gd name="T26" fmla="*/ 129 w 257"/>
                <a:gd name="T27" fmla="*/ 216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7" h="258">
                  <a:moveTo>
                    <a:pt x="129" y="42"/>
                  </a:moveTo>
                  <a:cubicBezTo>
                    <a:pt x="169" y="42"/>
                    <a:pt x="204" y="70"/>
                    <a:pt x="213" y="10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53" y="70"/>
                    <a:pt x="88" y="42"/>
                    <a:pt x="129" y="42"/>
                  </a:cubicBezTo>
                  <a:moveTo>
                    <a:pt x="129" y="216"/>
                  </a:moveTo>
                  <a:cubicBezTo>
                    <a:pt x="88" y="216"/>
                    <a:pt x="53" y="188"/>
                    <a:pt x="44" y="150"/>
                  </a:cubicBezTo>
                  <a:cubicBezTo>
                    <a:pt x="257" y="150"/>
                    <a:pt x="257" y="150"/>
                    <a:pt x="257" y="150"/>
                  </a:cubicBezTo>
                  <a:cubicBezTo>
                    <a:pt x="257" y="129"/>
                    <a:pt x="257" y="129"/>
                    <a:pt x="257" y="129"/>
                  </a:cubicBezTo>
                  <a:cubicBezTo>
                    <a:pt x="257" y="58"/>
                    <a:pt x="200" y="0"/>
                    <a:pt x="129" y="0"/>
                  </a:cubicBezTo>
                  <a:cubicBezTo>
                    <a:pt x="57" y="0"/>
                    <a:pt x="0" y="58"/>
                    <a:pt x="0" y="129"/>
                  </a:cubicBezTo>
                  <a:cubicBezTo>
                    <a:pt x="0" y="200"/>
                    <a:pt x="57" y="258"/>
                    <a:pt x="129" y="258"/>
                  </a:cubicBezTo>
                  <a:cubicBezTo>
                    <a:pt x="177" y="258"/>
                    <a:pt x="221" y="231"/>
                    <a:pt x="243" y="189"/>
                  </a:cubicBezTo>
                  <a:cubicBezTo>
                    <a:pt x="191" y="189"/>
                    <a:pt x="191" y="189"/>
                    <a:pt x="191" y="189"/>
                  </a:cubicBezTo>
                  <a:cubicBezTo>
                    <a:pt x="175" y="206"/>
                    <a:pt x="153" y="216"/>
                    <a:pt x="129" y="2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8"/>
            <p:cNvSpPr>
              <a:spLocks/>
            </p:cNvSpPr>
            <p:nvPr userDrawn="1"/>
          </p:nvSpPr>
          <p:spPr bwMode="auto">
            <a:xfrm>
              <a:off x="0" y="1492"/>
              <a:ext cx="1315" cy="1336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9"/>
            <p:cNvSpPr>
              <a:spLocks/>
            </p:cNvSpPr>
            <p:nvPr userDrawn="1"/>
          </p:nvSpPr>
          <p:spPr bwMode="auto">
            <a:xfrm>
              <a:off x="360" y="1492"/>
              <a:ext cx="594" cy="595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496335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631148"/>
            <a:ext cx="9144000" cy="2387600"/>
          </a:xfrm>
        </p:spPr>
        <p:txBody>
          <a:bodyPr anchor="b"/>
          <a:lstStyle>
            <a:lvl1pPr algn="ctr">
              <a:defRPr sz="5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Section Break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5543" y="3930200"/>
            <a:ext cx="10580914" cy="892630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36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5645986" y="1412969"/>
            <a:ext cx="900028" cy="914400"/>
            <a:chOff x="5127584" y="2099392"/>
            <a:chExt cx="555329" cy="564197"/>
          </a:xfrm>
        </p:grpSpPr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5127584" y="2099392"/>
              <a:ext cx="555329" cy="564197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5279613" y="2099392"/>
              <a:ext cx="250848" cy="251270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501763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aker Slid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9245" y="3731425"/>
            <a:ext cx="7453649" cy="892630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tx2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6" name="Picture Placeholder 26"/>
          <p:cNvSpPr>
            <a:spLocks noGrp="1"/>
          </p:cNvSpPr>
          <p:nvPr>
            <p:ph type="pic" sz="quarter" idx="12" hasCustomPrompt="1"/>
          </p:nvPr>
        </p:nvSpPr>
        <p:spPr>
          <a:xfrm>
            <a:off x="1492517" y="1984189"/>
            <a:ext cx="2532888" cy="2532888"/>
          </a:xfrm>
          <a:prstGeom prst="ellipse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90006" y="2819716"/>
            <a:ext cx="7432568" cy="899331"/>
          </a:xfrm>
        </p:spPr>
        <p:txBody>
          <a:bodyPr anchor="b" anchorCtr="0"/>
          <a:lstStyle>
            <a:lvl1pPr algn="l"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09A45-7F0F-474B-A549-6CF350A75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89245" y="2215965"/>
            <a:ext cx="2427582" cy="57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14636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peaker Slid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7">
            <a:extLst>
              <a:ext uri="{FF2B5EF4-FFF2-40B4-BE49-F238E27FC236}">
                <a16:creationId xmlns:a16="http://schemas.microsoft.com/office/drawing/2014/main" id="{627C41CD-C3E8-4A4A-BAE1-3E2630AB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245" y="1710671"/>
            <a:ext cx="6994966" cy="986568"/>
          </a:xfrm>
        </p:spPr>
        <p:txBody>
          <a:bodyPr anchor="b"/>
          <a:lstStyle>
            <a:lvl1pPr algn="l"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B1769B74-46AD-4300-A534-D94F7FB06B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7786" y="2726844"/>
            <a:ext cx="5807676" cy="749029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6">
            <a:extLst>
              <a:ext uri="{FF2B5EF4-FFF2-40B4-BE49-F238E27FC236}">
                <a16:creationId xmlns:a16="http://schemas.microsoft.com/office/drawing/2014/main" id="{683B06B6-BA77-45F6-84FA-0E6E2118588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794096" y="1993570"/>
            <a:ext cx="1243584" cy="124358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11" name="Picture Placeholder 26">
            <a:extLst>
              <a:ext uri="{FF2B5EF4-FFF2-40B4-BE49-F238E27FC236}">
                <a16:creationId xmlns:a16="http://schemas.microsoft.com/office/drawing/2014/main" id="{F07E65ED-DF60-40C0-817A-EEDB6334D4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94096" y="3541777"/>
            <a:ext cx="1243584" cy="124358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1:1 ratio photo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C8E68FAB-8310-4F7E-A7AC-0D1D1F041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86327" y="4288888"/>
            <a:ext cx="5807676" cy="749029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7">
            <a:extLst>
              <a:ext uri="{FF2B5EF4-FFF2-40B4-BE49-F238E27FC236}">
                <a16:creationId xmlns:a16="http://schemas.microsoft.com/office/drawing/2014/main" id="{98C2C319-BC07-473E-8C5A-DC55B7D027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86327" y="3237154"/>
            <a:ext cx="7006603" cy="1015581"/>
          </a:xfr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EBE134B-80D1-4C1E-AA51-4304BF835D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579537" y="6394621"/>
            <a:ext cx="1032926" cy="241526"/>
            <a:chOff x="2556" y="1860"/>
            <a:chExt cx="2566" cy="600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ABC46395-EAC1-413C-90F5-55779AAC630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58" y="1860"/>
              <a:ext cx="2564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4302AD76-7EF3-4456-85AD-A5C05D328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938"/>
              <a:ext cx="517" cy="522"/>
            </a:xfrm>
            <a:custGeom>
              <a:avLst/>
              <a:gdLst>
                <a:gd name="T0" fmla="*/ 253 w 253"/>
                <a:gd name="T1" fmla="*/ 0 h 253"/>
                <a:gd name="T2" fmla="*/ 206 w 253"/>
                <a:gd name="T3" fmla="*/ 0 h 253"/>
                <a:gd name="T4" fmla="*/ 126 w 253"/>
                <a:gd name="T5" fmla="*/ 159 h 253"/>
                <a:gd name="T6" fmla="*/ 46 w 253"/>
                <a:gd name="T7" fmla="*/ 0 h 253"/>
                <a:gd name="T8" fmla="*/ 0 w 253"/>
                <a:gd name="T9" fmla="*/ 0 h 253"/>
                <a:gd name="T10" fmla="*/ 126 w 253"/>
                <a:gd name="T11" fmla="*/ 253 h 253"/>
                <a:gd name="T12" fmla="*/ 253 w 253"/>
                <a:gd name="T1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253">
                  <a:moveTo>
                    <a:pt x="253" y="0"/>
                  </a:moveTo>
                  <a:cubicBezTo>
                    <a:pt x="206" y="0"/>
                    <a:pt x="206" y="0"/>
                    <a:pt x="206" y="0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0" y="100"/>
                    <a:pt x="126" y="253"/>
                    <a:pt x="126" y="253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B86F0A19-B5CE-40B0-BC9B-9784C39B15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2" y="1934"/>
              <a:ext cx="505" cy="507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0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A64A2FC0-8A2B-4F94-BBE8-2A6E06637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7" y="1936"/>
              <a:ext cx="503" cy="507"/>
            </a:xfrm>
            <a:custGeom>
              <a:avLst/>
              <a:gdLst>
                <a:gd name="T0" fmla="*/ 246 w 246"/>
                <a:gd name="T1" fmla="*/ 123 h 246"/>
                <a:gd name="T2" fmla="*/ 246 w 246"/>
                <a:gd name="T3" fmla="*/ 122 h 246"/>
                <a:gd name="T4" fmla="*/ 246 w 246"/>
                <a:gd name="T5" fmla="*/ 2 h 246"/>
                <a:gd name="T6" fmla="*/ 206 w 246"/>
                <a:gd name="T7" fmla="*/ 2 h 246"/>
                <a:gd name="T8" fmla="*/ 206 w 246"/>
                <a:gd name="T9" fmla="*/ 32 h 246"/>
                <a:gd name="T10" fmla="*/ 123 w 246"/>
                <a:gd name="T11" fmla="*/ 0 h 246"/>
                <a:gd name="T12" fmla="*/ 0 w 246"/>
                <a:gd name="T13" fmla="*/ 123 h 246"/>
                <a:gd name="T14" fmla="*/ 123 w 246"/>
                <a:gd name="T15" fmla="*/ 246 h 246"/>
                <a:gd name="T16" fmla="*/ 206 w 246"/>
                <a:gd name="T17" fmla="*/ 214 h 246"/>
                <a:gd name="T18" fmla="*/ 206 w 246"/>
                <a:gd name="T19" fmla="*/ 244 h 246"/>
                <a:gd name="T20" fmla="*/ 246 w 246"/>
                <a:gd name="T21" fmla="*/ 244 h 246"/>
                <a:gd name="T22" fmla="*/ 246 w 246"/>
                <a:gd name="T23" fmla="*/ 124 h 246"/>
                <a:gd name="T24" fmla="*/ 246 w 246"/>
                <a:gd name="T25" fmla="*/ 123 h 246"/>
                <a:gd name="T26" fmla="*/ 123 w 246"/>
                <a:gd name="T27" fmla="*/ 206 h 246"/>
                <a:gd name="T28" fmla="*/ 40 w 246"/>
                <a:gd name="T29" fmla="*/ 123 h 246"/>
                <a:gd name="T30" fmla="*/ 123 w 246"/>
                <a:gd name="T31" fmla="*/ 40 h 246"/>
                <a:gd name="T32" fmla="*/ 206 w 246"/>
                <a:gd name="T33" fmla="*/ 122 h 246"/>
                <a:gd name="T34" fmla="*/ 206 w 246"/>
                <a:gd name="T35" fmla="*/ 124 h 246"/>
                <a:gd name="T36" fmla="*/ 123 w 246"/>
                <a:gd name="T37" fmla="*/ 20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6" h="246">
                  <a:moveTo>
                    <a:pt x="246" y="123"/>
                  </a:moveTo>
                  <a:cubicBezTo>
                    <a:pt x="246" y="123"/>
                    <a:pt x="246" y="122"/>
                    <a:pt x="246" y="12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184" y="12"/>
                    <a:pt x="155" y="0"/>
                    <a:pt x="123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1"/>
                    <a:pt x="55" y="246"/>
                    <a:pt x="123" y="246"/>
                  </a:cubicBezTo>
                  <a:cubicBezTo>
                    <a:pt x="155" y="246"/>
                    <a:pt x="184" y="234"/>
                    <a:pt x="206" y="214"/>
                  </a:cubicBezTo>
                  <a:cubicBezTo>
                    <a:pt x="206" y="244"/>
                    <a:pt x="206" y="244"/>
                    <a:pt x="206" y="244"/>
                  </a:cubicBezTo>
                  <a:cubicBezTo>
                    <a:pt x="246" y="244"/>
                    <a:pt x="246" y="244"/>
                    <a:pt x="246" y="244"/>
                  </a:cubicBezTo>
                  <a:cubicBezTo>
                    <a:pt x="246" y="124"/>
                    <a:pt x="246" y="124"/>
                    <a:pt x="246" y="124"/>
                  </a:cubicBezTo>
                  <a:cubicBezTo>
                    <a:pt x="246" y="124"/>
                    <a:pt x="246" y="123"/>
                    <a:pt x="246" y="123"/>
                  </a:cubicBezTo>
                  <a:moveTo>
                    <a:pt x="123" y="206"/>
                  </a:moveTo>
                  <a:cubicBezTo>
                    <a:pt x="77" y="206"/>
                    <a:pt x="40" y="169"/>
                    <a:pt x="40" y="123"/>
                  </a:cubicBezTo>
                  <a:cubicBezTo>
                    <a:pt x="40" y="77"/>
                    <a:pt x="77" y="40"/>
                    <a:pt x="123" y="40"/>
                  </a:cubicBezTo>
                  <a:cubicBezTo>
                    <a:pt x="169" y="40"/>
                    <a:pt x="206" y="76"/>
                    <a:pt x="206" y="122"/>
                  </a:cubicBezTo>
                  <a:cubicBezTo>
                    <a:pt x="206" y="124"/>
                    <a:pt x="206" y="124"/>
                    <a:pt x="206" y="124"/>
                  </a:cubicBezTo>
                  <a:cubicBezTo>
                    <a:pt x="206" y="170"/>
                    <a:pt x="169" y="206"/>
                    <a:pt x="123" y="2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6CB07EA-81A4-4338-A1EE-4A1B4B4415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81" y="1934"/>
              <a:ext cx="505" cy="507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1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345BCDC0-8A9B-4220-8C2D-02A35AAB4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62"/>
              <a:ext cx="585" cy="598"/>
            </a:xfrm>
            <a:custGeom>
              <a:avLst/>
              <a:gdLst>
                <a:gd name="T0" fmla="*/ 0 w 585"/>
                <a:gd name="T1" fmla="*/ 0 h 598"/>
                <a:gd name="T2" fmla="*/ 102 w 585"/>
                <a:gd name="T3" fmla="*/ 0 h 598"/>
                <a:gd name="T4" fmla="*/ 294 w 585"/>
                <a:gd name="T5" fmla="*/ 390 h 598"/>
                <a:gd name="T6" fmla="*/ 487 w 585"/>
                <a:gd name="T7" fmla="*/ 0 h 598"/>
                <a:gd name="T8" fmla="*/ 585 w 585"/>
                <a:gd name="T9" fmla="*/ 0 h 598"/>
                <a:gd name="T10" fmla="*/ 294 w 585"/>
                <a:gd name="T11" fmla="*/ 598 h 598"/>
                <a:gd name="T12" fmla="*/ 0 w 585"/>
                <a:gd name="T13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5" h="598">
                  <a:moveTo>
                    <a:pt x="0" y="0"/>
                  </a:moveTo>
                  <a:lnTo>
                    <a:pt x="102" y="0"/>
                  </a:lnTo>
                  <a:lnTo>
                    <a:pt x="294" y="39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294" y="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0FC14A4-477F-4426-B922-4D655E4BD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62"/>
              <a:ext cx="585" cy="598"/>
            </a:xfrm>
            <a:custGeom>
              <a:avLst/>
              <a:gdLst>
                <a:gd name="T0" fmla="*/ 0 w 585"/>
                <a:gd name="T1" fmla="*/ 0 h 598"/>
                <a:gd name="T2" fmla="*/ 102 w 585"/>
                <a:gd name="T3" fmla="*/ 0 h 598"/>
                <a:gd name="T4" fmla="*/ 294 w 585"/>
                <a:gd name="T5" fmla="*/ 390 h 598"/>
                <a:gd name="T6" fmla="*/ 487 w 585"/>
                <a:gd name="T7" fmla="*/ 0 h 598"/>
                <a:gd name="T8" fmla="*/ 585 w 585"/>
                <a:gd name="T9" fmla="*/ 0 h 598"/>
                <a:gd name="T10" fmla="*/ 294 w 585"/>
                <a:gd name="T11" fmla="*/ 598 h 598"/>
                <a:gd name="T12" fmla="*/ 0 w 585"/>
                <a:gd name="T13" fmla="*/ 0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5" h="598">
                  <a:moveTo>
                    <a:pt x="0" y="0"/>
                  </a:moveTo>
                  <a:lnTo>
                    <a:pt x="102" y="0"/>
                  </a:lnTo>
                  <a:lnTo>
                    <a:pt x="294" y="39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294" y="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AA43B426-E2D9-422C-9506-4BAF81946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1862"/>
              <a:ext cx="263" cy="266"/>
            </a:xfrm>
            <a:custGeom>
              <a:avLst/>
              <a:gdLst>
                <a:gd name="T0" fmla="*/ 0 w 129"/>
                <a:gd name="T1" fmla="*/ 0 h 129"/>
                <a:gd name="T2" fmla="*/ 64 w 129"/>
                <a:gd name="T3" fmla="*/ 129 h 129"/>
                <a:gd name="T4" fmla="*/ 129 w 129"/>
                <a:gd name="T5" fmla="*/ 0 h 129"/>
                <a:gd name="T6" fmla="*/ 0 w 129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29">
                  <a:moveTo>
                    <a:pt x="0" y="0"/>
                  </a:moveTo>
                  <a:cubicBezTo>
                    <a:pt x="64" y="129"/>
                    <a:pt x="64" y="129"/>
                    <a:pt x="64" y="129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36515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6303" y="96275"/>
            <a:ext cx="11639394" cy="970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26623" y="1066800"/>
            <a:ext cx="11089073" cy="54102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61646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26624" y="1371600"/>
            <a:ext cx="11098676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76303" y="907082"/>
            <a:ext cx="11639394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76303" y="96275"/>
            <a:ext cx="11639394" cy="9705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75260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71600"/>
            <a:ext cx="5181600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71600"/>
            <a:ext cx="5181600" cy="5105400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C576A4-4C87-4B34-BF22-44DA60DF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1575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705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AC331BD-B2D2-49AA-B79F-08337B3E34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5969" y="907082"/>
            <a:ext cx="10660063" cy="579664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87888D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175609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7FE4CF0-2FEF-5A45-8621-CECD8D45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87001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53093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771A77B-1F44-4C45-9FC1-E6BDBA049088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FD72028D-DDA7-4967-A2CE-0329296D9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0B14393C-DF94-435E-A3D5-4C4618382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6ACBAAB-B5D4-4EFE-94DD-62E2364FDB44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12BFF4-1D13-4C5F-BB0E-FB5A71F3558D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1"/>
                </a:solidFill>
                <a:latin typeface="+mn-lt"/>
                <a:ea typeface="ＭＳ Ｐゴシック" charset="0"/>
              </a:rPr>
              <a:t>Copyright © Veeva Systems 2024</a:t>
            </a:r>
          </a:p>
        </p:txBody>
      </p:sp>
    </p:spTree>
    <p:extLst>
      <p:ext uri="{BB962C8B-B14F-4D97-AF65-F5344CB8AC3E}">
        <p14:creationId xmlns:p14="http://schemas.microsoft.com/office/powerpoint/2010/main" val="19273725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EC544-7AFA-441A-88D1-CC648E4AF892}"/>
              </a:ext>
            </a:extLst>
          </p:cNvPr>
          <p:cNvSpPr/>
          <p:nvPr userDrawn="1"/>
        </p:nvSpPr>
        <p:spPr>
          <a:xfrm>
            <a:off x="5173362" y="6519734"/>
            <a:ext cx="3188043" cy="3382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49357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303" y="2673884"/>
            <a:ext cx="4423516" cy="1101213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58808" y="1485900"/>
            <a:ext cx="6368904" cy="4991099"/>
          </a:xfrm>
        </p:spPr>
        <p:txBody>
          <a:bodyPr/>
          <a:lstStyle>
            <a:lvl1pPr>
              <a:lnSpc>
                <a:spcPct val="80000"/>
              </a:lnSpc>
              <a:spcBef>
                <a:spcPts val="1000"/>
              </a:spcBef>
              <a:defRPr/>
            </a:lvl1pPr>
            <a:lvl2pPr>
              <a:lnSpc>
                <a:spcPct val="80000"/>
              </a:lnSpc>
              <a:spcBef>
                <a:spcPts val="600"/>
              </a:spcBef>
              <a:defRPr/>
            </a:lvl2pPr>
            <a:lvl3pPr>
              <a:lnSpc>
                <a:spcPct val="80000"/>
              </a:lnSpc>
              <a:spcBef>
                <a:spcPts val="600"/>
              </a:spcBef>
              <a:defRPr/>
            </a:lvl3pPr>
            <a:lvl4pPr>
              <a:lnSpc>
                <a:spcPct val="80000"/>
              </a:lnSpc>
              <a:spcBef>
                <a:spcPts val="600"/>
              </a:spcBef>
              <a:defRPr/>
            </a:lvl4pPr>
            <a:lvl5pPr>
              <a:lnSpc>
                <a:spcPct val="8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4CAE1D1-110B-4886-9EA2-83D162148686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AE293493-C613-4580-9BA7-41575CA85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BBAB441E-7D65-4517-91F3-48D6BF6B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CDA9090-28C5-41C1-88D4-65CD1E01E794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2024</a:t>
            </a:r>
          </a:p>
        </p:txBody>
      </p:sp>
    </p:spTree>
    <p:extLst>
      <p:ext uri="{BB962C8B-B14F-4D97-AF65-F5344CB8AC3E}">
        <p14:creationId xmlns:p14="http://schemas.microsoft.com/office/powerpoint/2010/main" val="414746963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e Orange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5400000">
            <a:off x="5876152" y="3287625"/>
            <a:ext cx="668859" cy="282753"/>
          </a:xfrm>
          <a:prstGeom prst="triangle">
            <a:avLst/>
          </a:prstGeom>
          <a:solidFill>
            <a:schemeClr val="tx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821FF-59B0-451F-99EC-ABE653651042}"/>
              </a:ext>
            </a:extLst>
          </p:cNvPr>
          <p:cNvSpPr txBox="1"/>
          <p:nvPr userDrawn="1"/>
        </p:nvSpPr>
        <p:spPr>
          <a:xfrm>
            <a:off x="11017792" y="6509749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334D4-AB3F-4686-9455-4C8D903CFD6B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C4A3D158-6A70-49C8-A017-6296AE756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0EA5D8A-C207-48A8-937A-A511EBC8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07FDE7-CC18-4E6F-9A0C-7AC645F19F87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DE950-F935-480D-8424-3DB7CE040452}"/>
              </a:ext>
            </a:extLst>
          </p:cNvPr>
          <p:cNvSpPr txBox="1"/>
          <p:nvPr userDrawn="1"/>
        </p:nvSpPr>
        <p:spPr>
          <a:xfrm>
            <a:off x="5430523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2024</a:t>
            </a:r>
          </a:p>
        </p:txBody>
      </p:sp>
    </p:spTree>
    <p:extLst>
      <p:ext uri="{BB962C8B-B14F-4D97-AF65-F5344CB8AC3E}">
        <p14:creationId xmlns:p14="http://schemas.microsoft.com/office/powerpoint/2010/main" val="266347089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e Orange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1917" indent="-121917" algn="ctr">
              <a:spcBef>
                <a:spcPts val="1600"/>
              </a:spcBef>
              <a:buClr>
                <a:schemeClr val="tx2"/>
              </a:buClr>
            </a:pPr>
            <a:endParaRPr lang="en-US" sz="2400" dirty="0" err="1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334D4-AB3F-4686-9455-4C8D903CFD6B}"/>
              </a:ext>
            </a:extLst>
          </p:cNvPr>
          <p:cNvGrpSpPr/>
          <p:nvPr userDrawn="1"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12" name="Freeform 18">
              <a:extLst>
                <a:ext uri="{FF2B5EF4-FFF2-40B4-BE49-F238E27FC236}">
                  <a16:creationId xmlns:a16="http://schemas.microsoft.com/office/drawing/2014/main" id="{C4A3D158-6A70-49C8-A017-6296AE756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D0EA5D8A-C207-48A8-937A-A511EBC8E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7675E-6477-4288-8C9D-57958BC1D6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39869" y="1333500"/>
            <a:ext cx="4794250" cy="4128186"/>
          </a:xfrm>
        </p:spPr>
        <p:txBody>
          <a:bodyPr anchor="ctr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“Insert quote here if you want to include an image to the left side of the slide.”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Firstname</a:t>
            </a:r>
            <a:r>
              <a:rPr lang="en-US" dirty="0"/>
              <a:t>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35433F-BFD5-45B4-9B19-FA85C81FC7F9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6D538A-0A93-4AB3-8B6C-ABA08FF06752}"/>
              </a:ext>
            </a:extLst>
          </p:cNvPr>
          <p:cNvSpPr txBox="1"/>
          <p:nvPr userDrawn="1"/>
        </p:nvSpPr>
        <p:spPr>
          <a:xfrm>
            <a:off x="5430523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1"/>
                </a:solidFill>
                <a:latin typeface="+mn-lt"/>
                <a:ea typeface="ＭＳ Ｐゴシック" charset="0"/>
              </a:rPr>
              <a:t>Copyright © Veeva Systems 2024</a:t>
            </a:r>
          </a:p>
        </p:txBody>
      </p:sp>
    </p:spTree>
    <p:extLst>
      <p:ext uri="{BB962C8B-B14F-4D97-AF65-F5344CB8AC3E}">
        <p14:creationId xmlns:p14="http://schemas.microsoft.com/office/powerpoint/2010/main" val="179753361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>
            <a:spLocks noEditPoints="1"/>
          </p:cNvSpPr>
          <p:nvPr userDrawn="1"/>
        </p:nvSpPr>
        <p:spPr bwMode="auto">
          <a:xfrm>
            <a:off x="5156200" y="1813011"/>
            <a:ext cx="1879600" cy="1870075"/>
          </a:xfrm>
          <a:custGeom>
            <a:avLst/>
            <a:gdLst>
              <a:gd name="T0" fmla="*/ 113 w 226"/>
              <a:gd name="T1" fmla="*/ 0 h 226"/>
              <a:gd name="T2" fmla="*/ 0 w 226"/>
              <a:gd name="T3" fmla="*/ 113 h 226"/>
              <a:gd name="T4" fmla="*/ 19 w 226"/>
              <a:gd name="T5" fmla="*/ 175 h 226"/>
              <a:gd name="T6" fmla="*/ 7 w 226"/>
              <a:gd name="T7" fmla="*/ 217 h 226"/>
              <a:gd name="T8" fmla="*/ 49 w 226"/>
              <a:gd name="T9" fmla="*/ 206 h 226"/>
              <a:gd name="T10" fmla="*/ 113 w 226"/>
              <a:gd name="T11" fmla="*/ 226 h 226"/>
              <a:gd name="T12" fmla="*/ 226 w 226"/>
              <a:gd name="T13" fmla="*/ 113 h 226"/>
              <a:gd name="T14" fmla="*/ 113 w 226"/>
              <a:gd name="T15" fmla="*/ 0 h 226"/>
              <a:gd name="T16" fmla="*/ 111 w 226"/>
              <a:gd name="T17" fmla="*/ 182 h 226"/>
              <a:gd name="T18" fmla="*/ 92 w 226"/>
              <a:gd name="T19" fmla="*/ 164 h 226"/>
              <a:gd name="T20" fmla="*/ 111 w 226"/>
              <a:gd name="T21" fmla="*/ 145 h 226"/>
              <a:gd name="T22" fmla="*/ 130 w 226"/>
              <a:gd name="T23" fmla="*/ 164 h 226"/>
              <a:gd name="T24" fmla="*/ 111 w 226"/>
              <a:gd name="T25" fmla="*/ 182 h 226"/>
              <a:gd name="T26" fmla="*/ 128 w 226"/>
              <a:gd name="T27" fmla="*/ 127 h 226"/>
              <a:gd name="T28" fmla="*/ 128 w 226"/>
              <a:gd name="T29" fmla="*/ 138 h 226"/>
              <a:gd name="T30" fmla="*/ 96 w 226"/>
              <a:gd name="T31" fmla="*/ 138 h 226"/>
              <a:gd name="T32" fmla="*/ 96 w 226"/>
              <a:gd name="T33" fmla="*/ 123 h 226"/>
              <a:gd name="T34" fmla="*/ 123 w 226"/>
              <a:gd name="T35" fmla="*/ 85 h 226"/>
              <a:gd name="T36" fmla="*/ 110 w 226"/>
              <a:gd name="T37" fmla="*/ 73 h 226"/>
              <a:gd name="T38" fmla="*/ 91 w 226"/>
              <a:gd name="T39" fmla="*/ 87 h 226"/>
              <a:gd name="T40" fmla="*/ 71 w 226"/>
              <a:gd name="T41" fmla="*/ 69 h 226"/>
              <a:gd name="T42" fmla="*/ 114 w 226"/>
              <a:gd name="T43" fmla="*/ 44 h 226"/>
              <a:gd name="T44" fmla="*/ 155 w 226"/>
              <a:gd name="T45" fmla="*/ 85 h 226"/>
              <a:gd name="T46" fmla="*/ 128 w 226"/>
              <a:gd name="T47" fmla="*/ 127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26" h="226">
                <a:moveTo>
                  <a:pt x="113" y="0"/>
                </a:moveTo>
                <a:cubicBezTo>
                  <a:pt x="51" y="0"/>
                  <a:pt x="0" y="51"/>
                  <a:pt x="0" y="113"/>
                </a:cubicBezTo>
                <a:cubicBezTo>
                  <a:pt x="0" y="136"/>
                  <a:pt x="7" y="157"/>
                  <a:pt x="19" y="175"/>
                </a:cubicBezTo>
                <a:cubicBezTo>
                  <a:pt x="7" y="217"/>
                  <a:pt x="7" y="217"/>
                  <a:pt x="7" y="217"/>
                </a:cubicBezTo>
                <a:cubicBezTo>
                  <a:pt x="49" y="206"/>
                  <a:pt x="49" y="206"/>
                  <a:pt x="49" y="206"/>
                </a:cubicBezTo>
                <a:cubicBezTo>
                  <a:pt x="67" y="218"/>
                  <a:pt x="89" y="226"/>
                  <a:pt x="113" y="226"/>
                </a:cubicBezTo>
                <a:cubicBezTo>
                  <a:pt x="175" y="226"/>
                  <a:pt x="226" y="175"/>
                  <a:pt x="226" y="113"/>
                </a:cubicBezTo>
                <a:cubicBezTo>
                  <a:pt x="226" y="51"/>
                  <a:pt x="175" y="0"/>
                  <a:pt x="113" y="0"/>
                </a:cubicBezTo>
                <a:close/>
                <a:moveTo>
                  <a:pt x="111" y="182"/>
                </a:moveTo>
                <a:cubicBezTo>
                  <a:pt x="101" y="182"/>
                  <a:pt x="92" y="174"/>
                  <a:pt x="92" y="164"/>
                </a:cubicBezTo>
                <a:cubicBezTo>
                  <a:pt x="92" y="153"/>
                  <a:pt x="101" y="145"/>
                  <a:pt x="111" y="145"/>
                </a:cubicBezTo>
                <a:cubicBezTo>
                  <a:pt x="121" y="145"/>
                  <a:pt x="130" y="153"/>
                  <a:pt x="130" y="164"/>
                </a:cubicBezTo>
                <a:cubicBezTo>
                  <a:pt x="130" y="174"/>
                  <a:pt x="121" y="182"/>
                  <a:pt x="111" y="182"/>
                </a:cubicBezTo>
                <a:close/>
                <a:moveTo>
                  <a:pt x="128" y="127"/>
                </a:moveTo>
                <a:cubicBezTo>
                  <a:pt x="128" y="138"/>
                  <a:pt x="128" y="138"/>
                  <a:pt x="128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23"/>
                  <a:pt x="96" y="123"/>
                  <a:pt x="96" y="123"/>
                </a:cubicBezTo>
                <a:cubicBezTo>
                  <a:pt x="96" y="105"/>
                  <a:pt x="123" y="95"/>
                  <a:pt x="123" y="85"/>
                </a:cubicBezTo>
                <a:cubicBezTo>
                  <a:pt x="123" y="78"/>
                  <a:pt x="116" y="73"/>
                  <a:pt x="110" y="73"/>
                </a:cubicBezTo>
                <a:cubicBezTo>
                  <a:pt x="103" y="73"/>
                  <a:pt x="97" y="80"/>
                  <a:pt x="91" y="87"/>
                </a:cubicBezTo>
                <a:cubicBezTo>
                  <a:pt x="71" y="69"/>
                  <a:pt x="71" y="69"/>
                  <a:pt x="71" y="69"/>
                </a:cubicBezTo>
                <a:cubicBezTo>
                  <a:pt x="83" y="53"/>
                  <a:pt x="97" y="44"/>
                  <a:pt x="114" y="44"/>
                </a:cubicBezTo>
                <a:cubicBezTo>
                  <a:pt x="137" y="44"/>
                  <a:pt x="155" y="60"/>
                  <a:pt x="155" y="85"/>
                </a:cubicBezTo>
                <a:cubicBezTo>
                  <a:pt x="155" y="110"/>
                  <a:pt x="128" y="116"/>
                  <a:pt x="128" y="127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4099368" y="4244406"/>
            <a:ext cx="399326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69396941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4099368" y="4244406"/>
            <a:ext cx="3993265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Thank you</a:t>
            </a:r>
          </a:p>
        </p:txBody>
      </p:sp>
      <p:grpSp>
        <p:nvGrpSpPr>
          <p:cNvPr id="9" name="Group 4"/>
          <p:cNvGrpSpPr>
            <a:grpSpLocks noChangeAspect="1"/>
          </p:cNvGrpSpPr>
          <p:nvPr userDrawn="1"/>
        </p:nvGrpSpPr>
        <p:grpSpPr bwMode="auto">
          <a:xfrm>
            <a:off x="5363368" y="2079884"/>
            <a:ext cx="1465263" cy="1498600"/>
            <a:chOff x="5098" y="1275"/>
            <a:chExt cx="923" cy="944"/>
          </a:xfrm>
        </p:grpSpPr>
        <p:sp>
          <p:nvSpPr>
            <p:cNvPr id="10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098" y="1275"/>
              <a:ext cx="923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5098" y="1276"/>
              <a:ext cx="923" cy="942"/>
            </a:xfrm>
            <a:custGeom>
              <a:avLst/>
              <a:gdLst>
                <a:gd name="T0" fmla="*/ 0 w 923"/>
                <a:gd name="T1" fmla="*/ 0 h 942"/>
                <a:gd name="T2" fmla="*/ 160 w 923"/>
                <a:gd name="T3" fmla="*/ 0 h 942"/>
                <a:gd name="T4" fmla="*/ 464 w 923"/>
                <a:gd name="T5" fmla="*/ 616 h 942"/>
                <a:gd name="T6" fmla="*/ 765 w 923"/>
                <a:gd name="T7" fmla="*/ 0 h 942"/>
                <a:gd name="T8" fmla="*/ 923 w 923"/>
                <a:gd name="T9" fmla="*/ 0 h 942"/>
                <a:gd name="T10" fmla="*/ 463 w 923"/>
                <a:gd name="T11" fmla="*/ 942 h 942"/>
                <a:gd name="T12" fmla="*/ 0 w 923"/>
                <a:gd name="T13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942">
                  <a:moveTo>
                    <a:pt x="0" y="0"/>
                  </a:moveTo>
                  <a:lnTo>
                    <a:pt x="160" y="0"/>
                  </a:lnTo>
                  <a:lnTo>
                    <a:pt x="464" y="616"/>
                  </a:lnTo>
                  <a:lnTo>
                    <a:pt x="765" y="0"/>
                  </a:lnTo>
                  <a:lnTo>
                    <a:pt x="923" y="0"/>
                  </a:lnTo>
                  <a:lnTo>
                    <a:pt x="463" y="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5352" y="1278"/>
              <a:ext cx="415" cy="417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512380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6624" y="1082843"/>
            <a:ext cx="11098676" cy="539415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303" y="96276"/>
            <a:ext cx="11639394" cy="98656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34968" y="6519734"/>
            <a:ext cx="244893" cy="248803"/>
            <a:chOff x="2666237" y="2584432"/>
            <a:chExt cx="864026" cy="877824"/>
          </a:xfrm>
          <a:solidFill>
            <a:schemeClr val="tx2"/>
          </a:solidFill>
        </p:grpSpPr>
        <p:sp>
          <p:nvSpPr>
            <p:cNvPr id="8" name="Freeform 18"/>
            <p:cNvSpPr>
              <a:spLocks/>
            </p:cNvSpPr>
            <p:nvPr/>
          </p:nvSpPr>
          <p:spPr bwMode="auto">
            <a:xfrm>
              <a:off x="2666237" y="2584432"/>
              <a:ext cx="864026" cy="877824"/>
            </a:xfrm>
            <a:custGeom>
              <a:avLst/>
              <a:gdLst>
                <a:gd name="T0" fmla="*/ 0 w 1315"/>
                <a:gd name="T1" fmla="*/ 0 h 1336"/>
                <a:gd name="T2" fmla="*/ 229 w 1315"/>
                <a:gd name="T3" fmla="*/ 0 h 1336"/>
                <a:gd name="T4" fmla="*/ 659 w 1315"/>
                <a:gd name="T5" fmla="*/ 873 h 1336"/>
                <a:gd name="T6" fmla="*/ 1090 w 1315"/>
                <a:gd name="T7" fmla="*/ 0 h 1336"/>
                <a:gd name="T8" fmla="*/ 1315 w 1315"/>
                <a:gd name="T9" fmla="*/ 0 h 1336"/>
                <a:gd name="T10" fmla="*/ 659 w 1315"/>
                <a:gd name="T11" fmla="*/ 1336 h 1336"/>
                <a:gd name="T12" fmla="*/ 0 w 1315"/>
                <a:gd name="T13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5" h="1336">
                  <a:moveTo>
                    <a:pt x="0" y="0"/>
                  </a:moveTo>
                  <a:lnTo>
                    <a:pt x="229" y="0"/>
                  </a:lnTo>
                  <a:lnTo>
                    <a:pt x="659" y="873"/>
                  </a:lnTo>
                  <a:lnTo>
                    <a:pt x="1090" y="0"/>
                  </a:lnTo>
                  <a:lnTo>
                    <a:pt x="1315" y="0"/>
                  </a:lnTo>
                  <a:lnTo>
                    <a:pt x="659" y="1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9"/>
            <p:cNvSpPr>
              <a:spLocks/>
            </p:cNvSpPr>
            <p:nvPr/>
          </p:nvSpPr>
          <p:spPr bwMode="auto">
            <a:xfrm>
              <a:off x="2902776" y="2584432"/>
              <a:ext cx="390290" cy="390947"/>
            </a:xfrm>
            <a:custGeom>
              <a:avLst/>
              <a:gdLst>
                <a:gd name="T0" fmla="*/ 0 w 135"/>
                <a:gd name="T1" fmla="*/ 0 h 135"/>
                <a:gd name="T2" fmla="*/ 68 w 135"/>
                <a:gd name="T3" fmla="*/ 135 h 135"/>
                <a:gd name="T4" fmla="*/ 135 w 135"/>
                <a:gd name="T5" fmla="*/ 0 h 135"/>
                <a:gd name="T6" fmla="*/ 0 w 135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" h="135">
                  <a:moveTo>
                    <a:pt x="0" y="0"/>
                  </a:moveTo>
                  <a:cubicBezTo>
                    <a:pt x="68" y="135"/>
                    <a:pt x="68" y="135"/>
                    <a:pt x="68" y="13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35" y="0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5D4C3E-9815-4041-A1C2-934F4867CA55}"/>
              </a:ext>
            </a:extLst>
          </p:cNvPr>
          <p:cNvSpPr txBox="1"/>
          <p:nvPr userDrawn="1"/>
        </p:nvSpPr>
        <p:spPr>
          <a:xfrm>
            <a:off x="11017792" y="6521025"/>
            <a:ext cx="1019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515CC9-B04E-49D1-8DBC-3EBC45FAC8C9}" type="slidenum">
              <a:rPr lang="en-US" sz="10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en-US" sz="10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A4684-0963-4276-BCD0-F5FB7C7646B5}"/>
              </a:ext>
            </a:extLst>
          </p:cNvPr>
          <p:cNvSpPr txBox="1"/>
          <p:nvPr userDrawn="1"/>
        </p:nvSpPr>
        <p:spPr>
          <a:xfrm>
            <a:off x="4392560" y="6530550"/>
            <a:ext cx="34068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600" dirty="0">
                <a:solidFill>
                  <a:schemeClr val="bg2">
                    <a:lumMod val="75000"/>
                  </a:schemeClr>
                </a:solidFill>
                <a:latin typeface="+mn-lt"/>
                <a:ea typeface="ＭＳ Ｐゴシック" charset="0"/>
              </a:rPr>
              <a:t>Copyright © Veeva Systems 2024</a:t>
            </a:r>
          </a:p>
        </p:txBody>
      </p:sp>
    </p:spTree>
    <p:extLst>
      <p:ext uri="{BB962C8B-B14F-4D97-AF65-F5344CB8AC3E}">
        <p14:creationId xmlns:p14="http://schemas.microsoft.com/office/powerpoint/2010/main" val="12826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706" r:id="rId2"/>
    <p:sldLayoutId id="2147483685" r:id="rId3"/>
    <p:sldLayoutId id="2147483704" r:id="rId4"/>
    <p:sldLayoutId id="2147483708" r:id="rId5"/>
    <p:sldLayoutId id="2147483680" r:id="rId6"/>
    <p:sldLayoutId id="2147483654" r:id="rId7"/>
    <p:sldLayoutId id="2147483652" r:id="rId8"/>
    <p:sldLayoutId id="2147483675" r:id="rId9"/>
    <p:sldLayoutId id="2147483678" r:id="rId10"/>
    <p:sldLayoutId id="2147483655" r:id="rId11"/>
    <p:sldLayoutId id="2147483679" r:id="rId12"/>
    <p:sldLayoutId id="2147483687" r:id="rId13"/>
    <p:sldLayoutId id="2147483705" r:id="rId14"/>
    <p:sldLayoutId id="2147483707" r:id="rId15"/>
    <p:sldLayoutId id="2147483681" r:id="rId16"/>
    <p:sldLayoutId id="2147483682" r:id="rId17"/>
  </p:sldLayoutIdLst>
  <p:transition>
    <p:fade/>
  </p:transition>
  <p:hf sldNum="0" hdr="0" ftr="0" dt="0"/>
  <p:txStyles>
    <p:titleStyle>
      <a:lvl1pPr algn="ctr" defTabSz="914400" rtl="0" eaLnBrk="1" latinLnBrk="0" hangingPunct="1">
        <a:lnSpc>
          <a:spcPct val="7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8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0000"/>
        </a:lnSpc>
        <a:spcBef>
          <a:spcPts val="600"/>
        </a:spcBef>
        <a:buFont typeface="Calibri" panose="020F0502020204030204" pitchFamily="34" charset="0"/>
        <a:buChar char="−"/>
        <a:defRPr sz="19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4080" userDrawn="1">
          <p15:clr>
            <a:srgbClr val="F26B43"/>
          </p15:clr>
        </p15:guide>
        <p15:guide id="5" pos="168" userDrawn="1">
          <p15:clr>
            <a:srgbClr val="F26B43"/>
          </p15:clr>
        </p15:guide>
        <p15:guide id="6" pos="75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eevasystems.egnyte.com/fl/THru4VOX3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23063957-D703-1748-BC9F-241FE2325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Direct Data API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2384384F-1916-AC47-A5BD-414FBDFDD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1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C584D87-3AE5-DE9C-9DCB-EB921B24E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1638" y="3500178"/>
            <a:ext cx="685800" cy="6858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068D72C-3588-E40A-611C-73431DCB9D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1475" y="2749550"/>
            <a:ext cx="685800" cy="6858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9206EA3-264D-AA3F-4798-C6940783199E}"/>
              </a:ext>
            </a:extLst>
          </p:cNvPr>
          <p:cNvGrpSpPr/>
          <p:nvPr/>
        </p:nvGrpSpPr>
        <p:grpSpPr>
          <a:xfrm>
            <a:off x="6213475" y="3708400"/>
            <a:ext cx="685800" cy="685800"/>
            <a:chOff x="5334000" y="3467100"/>
            <a:chExt cx="685800" cy="685800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829ECE5-4F17-5DC9-22EA-EF5154A9A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34000" y="3467100"/>
              <a:ext cx="685800" cy="6858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80D8A5-FE63-A03D-C282-5BE6FE728C0B}"/>
                </a:ext>
              </a:extLst>
            </p:cNvPr>
            <p:cNvSpPr/>
            <p:nvPr/>
          </p:nvSpPr>
          <p:spPr>
            <a:xfrm>
              <a:off x="5486400" y="3927475"/>
              <a:ext cx="381000" cy="1079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aphic 19">
            <a:extLst>
              <a:ext uri="{FF2B5EF4-FFF2-40B4-BE49-F238E27FC236}">
                <a16:creationId xmlns:a16="http://schemas.microsoft.com/office/drawing/2014/main" id="{AB30C45D-C32F-D85F-142C-629DD1AE9B1C}"/>
              </a:ext>
            </a:extLst>
          </p:cNvPr>
          <p:cNvGrpSpPr/>
          <p:nvPr/>
        </p:nvGrpSpPr>
        <p:grpSpPr>
          <a:xfrm>
            <a:off x="4259267" y="3297247"/>
            <a:ext cx="322903" cy="452555"/>
            <a:chOff x="4668734" y="3736737"/>
            <a:chExt cx="291968" cy="410640"/>
          </a:xfrm>
          <a:solidFill>
            <a:schemeClr val="tx2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086EBA9-5DE7-4DD5-E855-EE0F1F08AA23}"/>
                </a:ext>
              </a:extLst>
            </p:cNvPr>
            <p:cNvSpPr/>
            <p:nvPr/>
          </p:nvSpPr>
          <p:spPr>
            <a:xfrm>
              <a:off x="4668734" y="3736737"/>
              <a:ext cx="291949" cy="248081"/>
            </a:xfrm>
            <a:custGeom>
              <a:avLst/>
              <a:gdLst>
                <a:gd name="connsiteX0" fmla="*/ 0 w 291949"/>
                <a:gd name="connsiteY0" fmla="*/ 2 h 248081"/>
                <a:gd name="connsiteX1" fmla="*/ 0 w 291949"/>
                <a:gd name="connsiteY1" fmla="*/ 248082 h 248081"/>
                <a:gd name="connsiteX2" fmla="*/ 291949 w 291949"/>
                <a:gd name="connsiteY2" fmla="*/ 248082 h 248081"/>
                <a:gd name="connsiteX3" fmla="*/ 291949 w 291949"/>
                <a:gd name="connsiteY3" fmla="*/ 83363 h 248081"/>
                <a:gd name="connsiteX4" fmla="*/ 214703 w 291949"/>
                <a:gd name="connsiteY4" fmla="*/ 83363 h 248081"/>
                <a:gd name="connsiteX5" fmla="*/ 207127 w 291949"/>
                <a:gd name="connsiteY5" fmla="*/ 75786 h 248081"/>
                <a:gd name="connsiteX6" fmla="*/ 207145 w 291949"/>
                <a:gd name="connsiteY6" fmla="*/ 0 h 248081"/>
                <a:gd name="connsiteX7" fmla="*/ 161552 w 291949"/>
                <a:gd name="connsiteY7" fmla="*/ 120662 h 248081"/>
                <a:gd name="connsiteX8" fmla="*/ 166231 w 291949"/>
                <a:gd name="connsiteY8" fmla="*/ 130247 h 248081"/>
                <a:gd name="connsiteX9" fmla="*/ 139977 w 291949"/>
                <a:gd name="connsiteY9" fmla="*/ 206111 h 248081"/>
                <a:gd name="connsiteX10" fmla="*/ 130393 w 291949"/>
                <a:gd name="connsiteY10" fmla="*/ 210790 h 248081"/>
                <a:gd name="connsiteX11" fmla="*/ 125714 w 291949"/>
                <a:gd name="connsiteY11" fmla="*/ 201205 h 248081"/>
                <a:gd name="connsiteX12" fmla="*/ 151968 w 291949"/>
                <a:gd name="connsiteY12" fmla="*/ 125341 h 248081"/>
                <a:gd name="connsiteX13" fmla="*/ 161552 w 291949"/>
                <a:gd name="connsiteY13" fmla="*/ 120662 h 248081"/>
                <a:gd name="connsiteX14" fmla="*/ 91051 w 291949"/>
                <a:gd name="connsiteY14" fmla="*/ 129092 h 248081"/>
                <a:gd name="connsiteX15" fmla="*/ 91317 w 291949"/>
                <a:gd name="connsiteY15" fmla="*/ 139775 h 248081"/>
                <a:gd name="connsiteX16" fmla="*/ 66560 w 291949"/>
                <a:gd name="connsiteY16" fmla="*/ 165744 h 248081"/>
                <a:gd name="connsiteX17" fmla="*/ 91317 w 291949"/>
                <a:gd name="connsiteY17" fmla="*/ 191713 h 248081"/>
                <a:gd name="connsiteX18" fmla="*/ 91051 w 291949"/>
                <a:gd name="connsiteY18" fmla="*/ 202396 h 248081"/>
                <a:gd name="connsiteX19" fmla="*/ 80368 w 291949"/>
                <a:gd name="connsiteY19" fmla="*/ 202131 h 248081"/>
                <a:gd name="connsiteX20" fmla="*/ 51027 w 291949"/>
                <a:gd name="connsiteY20" fmla="*/ 171369 h 248081"/>
                <a:gd name="connsiteX21" fmla="*/ 50895 w 291949"/>
                <a:gd name="connsiteY21" fmla="*/ 171237 h 248081"/>
                <a:gd name="connsiteX22" fmla="*/ 50649 w 291949"/>
                <a:gd name="connsiteY22" fmla="*/ 160535 h 248081"/>
                <a:gd name="connsiteX23" fmla="*/ 50668 w 291949"/>
                <a:gd name="connsiteY23" fmla="*/ 160554 h 248081"/>
                <a:gd name="connsiteX24" fmla="*/ 80387 w 291949"/>
                <a:gd name="connsiteY24" fmla="*/ 129395 h 248081"/>
                <a:gd name="connsiteX25" fmla="*/ 91051 w 291949"/>
                <a:gd name="connsiteY25" fmla="*/ 129092 h 248081"/>
                <a:gd name="connsiteX26" fmla="*/ 200893 w 291949"/>
                <a:gd name="connsiteY26" fmla="*/ 129092 h 248081"/>
                <a:gd name="connsiteX27" fmla="*/ 211576 w 291949"/>
                <a:gd name="connsiteY27" fmla="*/ 129357 h 248081"/>
                <a:gd name="connsiteX28" fmla="*/ 241296 w 291949"/>
                <a:gd name="connsiteY28" fmla="*/ 160516 h 248081"/>
                <a:gd name="connsiteX29" fmla="*/ 241315 w 291949"/>
                <a:gd name="connsiteY29" fmla="*/ 160497 h 248081"/>
                <a:gd name="connsiteX30" fmla="*/ 241068 w 291949"/>
                <a:gd name="connsiteY30" fmla="*/ 171199 h 248081"/>
                <a:gd name="connsiteX31" fmla="*/ 240936 w 291949"/>
                <a:gd name="connsiteY31" fmla="*/ 171331 h 248081"/>
                <a:gd name="connsiteX32" fmla="*/ 211595 w 291949"/>
                <a:gd name="connsiteY32" fmla="*/ 202093 h 248081"/>
                <a:gd name="connsiteX33" fmla="*/ 200912 w 291949"/>
                <a:gd name="connsiteY33" fmla="*/ 202358 h 248081"/>
                <a:gd name="connsiteX34" fmla="*/ 200647 w 291949"/>
                <a:gd name="connsiteY34" fmla="*/ 191675 h 248081"/>
                <a:gd name="connsiteX35" fmla="*/ 225404 w 291949"/>
                <a:gd name="connsiteY35" fmla="*/ 165706 h 248081"/>
                <a:gd name="connsiteX36" fmla="*/ 200647 w 291949"/>
                <a:gd name="connsiteY36" fmla="*/ 139737 h 248081"/>
                <a:gd name="connsiteX37" fmla="*/ 200893 w 291949"/>
                <a:gd name="connsiteY37" fmla="*/ 129092 h 24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91949" h="248081">
                  <a:moveTo>
                    <a:pt x="0" y="2"/>
                  </a:moveTo>
                  <a:lnTo>
                    <a:pt x="0" y="248082"/>
                  </a:lnTo>
                  <a:lnTo>
                    <a:pt x="291949" y="248082"/>
                  </a:lnTo>
                  <a:lnTo>
                    <a:pt x="291949" y="83363"/>
                  </a:lnTo>
                  <a:lnTo>
                    <a:pt x="214703" y="83363"/>
                  </a:lnTo>
                  <a:cubicBezTo>
                    <a:pt x="210517" y="83363"/>
                    <a:pt x="207127" y="79973"/>
                    <a:pt x="207127" y="75786"/>
                  </a:cubicBezTo>
                  <a:lnTo>
                    <a:pt x="207145" y="0"/>
                  </a:lnTo>
                  <a:close/>
                  <a:moveTo>
                    <a:pt x="161552" y="120662"/>
                  </a:moveTo>
                  <a:cubicBezTo>
                    <a:pt x="165492" y="122026"/>
                    <a:pt x="167576" y="126307"/>
                    <a:pt x="166231" y="130247"/>
                  </a:cubicBezTo>
                  <a:lnTo>
                    <a:pt x="139977" y="206111"/>
                  </a:lnTo>
                  <a:cubicBezTo>
                    <a:pt x="138614" y="210051"/>
                    <a:pt x="134332" y="212135"/>
                    <a:pt x="130393" y="210790"/>
                  </a:cubicBezTo>
                  <a:cubicBezTo>
                    <a:pt x="126453" y="209426"/>
                    <a:pt x="124369" y="205145"/>
                    <a:pt x="125714" y="201205"/>
                  </a:cubicBezTo>
                  <a:lnTo>
                    <a:pt x="151968" y="125341"/>
                  </a:lnTo>
                  <a:cubicBezTo>
                    <a:pt x="153331" y="121401"/>
                    <a:pt x="157612" y="119317"/>
                    <a:pt x="161552" y="120662"/>
                  </a:cubicBezTo>
                  <a:close/>
                  <a:moveTo>
                    <a:pt x="91051" y="129092"/>
                  </a:moveTo>
                  <a:cubicBezTo>
                    <a:pt x="94063" y="131971"/>
                    <a:pt x="94196" y="136744"/>
                    <a:pt x="91317" y="139775"/>
                  </a:cubicBezTo>
                  <a:lnTo>
                    <a:pt x="66560" y="165744"/>
                  </a:lnTo>
                  <a:lnTo>
                    <a:pt x="91317" y="191713"/>
                  </a:lnTo>
                  <a:cubicBezTo>
                    <a:pt x="94196" y="194725"/>
                    <a:pt x="94063" y="199517"/>
                    <a:pt x="91051" y="202396"/>
                  </a:cubicBezTo>
                  <a:cubicBezTo>
                    <a:pt x="88040" y="205276"/>
                    <a:pt x="83247" y="205143"/>
                    <a:pt x="80368" y="202131"/>
                  </a:cubicBezTo>
                  <a:lnTo>
                    <a:pt x="51027" y="171369"/>
                  </a:lnTo>
                  <a:lnTo>
                    <a:pt x="50895" y="171237"/>
                  </a:lnTo>
                  <a:cubicBezTo>
                    <a:pt x="47864" y="168358"/>
                    <a:pt x="47750" y="163566"/>
                    <a:pt x="50649" y="160535"/>
                  </a:cubicBezTo>
                  <a:lnTo>
                    <a:pt x="50668" y="160554"/>
                  </a:lnTo>
                  <a:lnTo>
                    <a:pt x="80387" y="129395"/>
                  </a:lnTo>
                  <a:cubicBezTo>
                    <a:pt x="83247" y="126326"/>
                    <a:pt x="88021" y="126212"/>
                    <a:pt x="91051" y="129092"/>
                  </a:cubicBezTo>
                  <a:close/>
                  <a:moveTo>
                    <a:pt x="200893" y="129092"/>
                  </a:moveTo>
                  <a:cubicBezTo>
                    <a:pt x="203905" y="126213"/>
                    <a:pt x="208697" y="126345"/>
                    <a:pt x="211576" y="129357"/>
                  </a:cubicBezTo>
                  <a:lnTo>
                    <a:pt x="241296" y="160516"/>
                  </a:lnTo>
                  <a:lnTo>
                    <a:pt x="241315" y="160497"/>
                  </a:lnTo>
                  <a:cubicBezTo>
                    <a:pt x="244194" y="163528"/>
                    <a:pt x="244080" y="168320"/>
                    <a:pt x="241068" y="171199"/>
                  </a:cubicBezTo>
                  <a:lnTo>
                    <a:pt x="240936" y="171331"/>
                  </a:lnTo>
                  <a:lnTo>
                    <a:pt x="211595" y="202093"/>
                  </a:lnTo>
                  <a:cubicBezTo>
                    <a:pt x="208716" y="205105"/>
                    <a:pt x="203943" y="205238"/>
                    <a:pt x="200912" y="202358"/>
                  </a:cubicBezTo>
                  <a:cubicBezTo>
                    <a:pt x="197900" y="199479"/>
                    <a:pt x="197767" y="194706"/>
                    <a:pt x="200647" y="191675"/>
                  </a:cubicBezTo>
                  <a:lnTo>
                    <a:pt x="225404" y="165706"/>
                  </a:lnTo>
                  <a:lnTo>
                    <a:pt x="200647" y="139737"/>
                  </a:lnTo>
                  <a:cubicBezTo>
                    <a:pt x="197748" y="136744"/>
                    <a:pt x="197881" y="131952"/>
                    <a:pt x="200893" y="129092"/>
                  </a:cubicBezTo>
                  <a:close/>
                </a:path>
              </a:pathLst>
            </a:custGeom>
            <a:solidFill>
              <a:schemeClr val="tx2"/>
            </a:solidFill>
            <a:ln w="4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3F1306F-7E1A-CC2E-8CDF-420AE3EF8309}"/>
                </a:ext>
              </a:extLst>
            </p:cNvPr>
            <p:cNvSpPr/>
            <p:nvPr/>
          </p:nvSpPr>
          <p:spPr>
            <a:xfrm>
              <a:off x="4891016" y="3747195"/>
              <a:ext cx="58775" cy="57772"/>
            </a:xfrm>
            <a:custGeom>
              <a:avLst/>
              <a:gdLst>
                <a:gd name="connsiteX0" fmla="*/ 0 w 58775"/>
                <a:gd name="connsiteY0" fmla="*/ 0 h 57772"/>
                <a:gd name="connsiteX1" fmla="*/ 0 w 58775"/>
                <a:gd name="connsiteY1" fmla="*/ 57772 h 57772"/>
                <a:gd name="connsiteX2" fmla="*/ 58776 w 58775"/>
                <a:gd name="connsiteY2" fmla="*/ 57772 h 5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75" h="57772">
                  <a:moveTo>
                    <a:pt x="0" y="0"/>
                  </a:moveTo>
                  <a:lnTo>
                    <a:pt x="0" y="57772"/>
                  </a:lnTo>
                  <a:lnTo>
                    <a:pt x="58776" y="57772"/>
                  </a:lnTo>
                  <a:close/>
                </a:path>
              </a:pathLst>
            </a:custGeom>
            <a:solidFill>
              <a:schemeClr val="tx2"/>
            </a:solidFill>
            <a:ln w="4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A8C02A6-F8C0-67F0-D6DB-59EB60DCABC6}"/>
                </a:ext>
              </a:extLst>
            </p:cNvPr>
            <p:cNvSpPr/>
            <p:nvPr/>
          </p:nvSpPr>
          <p:spPr>
            <a:xfrm>
              <a:off x="4668734" y="4116730"/>
              <a:ext cx="291968" cy="30647"/>
            </a:xfrm>
            <a:custGeom>
              <a:avLst/>
              <a:gdLst>
                <a:gd name="connsiteX0" fmla="*/ 0 w 291968"/>
                <a:gd name="connsiteY0" fmla="*/ 0 h 30647"/>
                <a:gd name="connsiteX1" fmla="*/ 291969 w 291968"/>
                <a:gd name="connsiteY1" fmla="*/ 0 h 30647"/>
                <a:gd name="connsiteX2" fmla="*/ 291969 w 291968"/>
                <a:gd name="connsiteY2" fmla="*/ 30648 h 30647"/>
                <a:gd name="connsiteX3" fmla="*/ 0 w 291968"/>
                <a:gd name="connsiteY3" fmla="*/ 30648 h 30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968" h="30647">
                  <a:moveTo>
                    <a:pt x="0" y="0"/>
                  </a:moveTo>
                  <a:lnTo>
                    <a:pt x="291969" y="0"/>
                  </a:lnTo>
                  <a:lnTo>
                    <a:pt x="291969" y="30648"/>
                  </a:lnTo>
                  <a:lnTo>
                    <a:pt x="0" y="30648"/>
                  </a:lnTo>
                  <a:close/>
                </a:path>
              </a:pathLst>
            </a:custGeom>
            <a:solidFill>
              <a:schemeClr val="tx2"/>
            </a:solidFill>
            <a:ln w="48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01969759-D4EA-B318-7315-1363B946485F}"/>
              </a:ext>
            </a:extLst>
          </p:cNvPr>
          <p:cNvSpPr/>
          <p:nvPr/>
        </p:nvSpPr>
        <p:spPr>
          <a:xfrm>
            <a:off x="4224984" y="3587193"/>
            <a:ext cx="391466" cy="11201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18BB7-02BC-D955-3F9E-0670939B01D9}"/>
              </a:ext>
            </a:extLst>
          </p:cNvPr>
          <p:cNvSpPr txBox="1"/>
          <p:nvPr/>
        </p:nvSpPr>
        <p:spPr>
          <a:xfrm>
            <a:off x="4224984" y="3581644"/>
            <a:ext cx="39146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R="0" algn="ctr" defTabSz="914400" rtl="0" eaLnBrk="1" fontAlgn="auto" latinLnBrk="0" hangingPunct="1"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800" b="1" dirty="0">
                <a:solidFill>
                  <a:schemeClr val="bg2">
                    <a:lumMod val="10000"/>
                  </a:schemeClr>
                </a:solidFill>
              </a:rPr>
              <a:t>DEMO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AB8677-C5A0-EE14-608D-8B692F43C7D6}"/>
              </a:ext>
            </a:extLst>
          </p:cNvPr>
          <p:cNvGrpSpPr/>
          <p:nvPr/>
        </p:nvGrpSpPr>
        <p:grpSpPr>
          <a:xfrm>
            <a:off x="4737724" y="3322522"/>
            <a:ext cx="450850" cy="453675"/>
            <a:chOff x="4776308" y="3484572"/>
            <a:chExt cx="450850" cy="45367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738B5CC-7943-9DD6-A541-9AB9CEEE6E82}"/>
                </a:ext>
              </a:extLst>
            </p:cNvPr>
            <p:cNvGrpSpPr/>
            <p:nvPr/>
          </p:nvGrpSpPr>
          <p:grpSpPr>
            <a:xfrm>
              <a:off x="4806009" y="3484572"/>
              <a:ext cx="391466" cy="452555"/>
              <a:chOff x="4637735" y="3736737"/>
              <a:chExt cx="353962" cy="410640"/>
            </a:xfrm>
          </p:grpSpPr>
          <p:grpSp>
            <p:nvGrpSpPr>
              <p:cNvPr id="41" name="Graphic 19">
                <a:extLst>
                  <a:ext uri="{FF2B5EF4-FFF2-40B4-BE49-F238E27FC236}">
                    <a16:creationId xmlns:a16="http://schemas.microsoft.com/office/drawing/2014/main" id="{D37D3AF5-9E09-D9F8-345F-A35715617E33}"/>
                  </a:ext>
                </a:extLst>
              </p:cNvPr>
              <p:cNvGrpSpPr/>
              <p:nvPr/>
            </p:nvGrpSpPr>
            <p:grpSpPr>
              <a:xfrm>
                <a:off x="4668734" y="3736737"/>
                <a:ext cx="291968" cy="410640"/>
                <a:chOff x="4668734" y="3736737"/>
                <a:chExt cx="291968" cy="410640"/>
              </a:xfrm>
              <a:solidFill>
                <a:schemeClr val="tx2"/>
              </a:solidFill>
            </p:grpSpPr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444A9ACA-20D4-67E8-9768-BEA19E153B4B}"/>
                    </a:ext>
                  </a:extLst>
                </p:cNvPr>
                <p:cNvSpPr/>
                <p:nvPr/>
              </p:nvSpPr>
              <p:spPr>
                <a:xfrm>
                  <a:off x="4668734" y="3736737"/>
                  <a:ext cx="291949" cy="248081"/>
                </a:xfrm>
                <a:custGeom>
                  <a:avLst/>
                  <a:gdLst>
                    <a:gd name="connsiteX0" fmla="*/ 0 w 291949"/>
                    <a:gd name="connsiteY0" fmla="*/ 2 h 248081"/>
                    <a:gd name="connsiteX1" fmla="*/ 0 w 291949"/>
                    <a:gd name="connsiteY1" fmla="*/ 248082 h 248081"/>
                    <a:gd name="connsiteX2" fmla="*/ 291949 w 291949"/>
                    <a:gd name="connsiteY2" fmla="*/ 248082 h 248081"/>
                    <a:gd name="connsiteX3" fmla="*/ 291949 w 291949"/>
                    <a:gd name="connsiteY3" fmla="*/ 83363 h 248081"/>
                    <a:gd name="connsiteX4" fmla="*/ 214703 w 291949"/>
                    <a:gd name="connsiteY4" fmla="*/ 83363 h 248081"/>
                    <a:gd name="connsiteX5" fmla="*/ 207127 w 291949"/>
                    <a:gd name="connsiteY5" fmla="*/ 75786 h 248081"/>
                    <a:gd name="connsiteX6" fmla="*/ 207145 w 291949"/>
                    <a:gd name="connsiteY6" fmla="*/ 0 h 248081"/>
                    <a:gd name="connsiteX7" fmla="*/ 161552 w 291949"/>
                    <a:gd name="connsiteY7" fmla="*/ 120662 h 248081"/>
                    <a:gd name="connsiteX8" fmla="*/ 166231 w 291949"/>
                    <a:gd name="connsiteY8" fmla="*/ 130247 h 248081"/>
                    <a:gd name="connsiteX9" fmla="*/ 139977 w 291949"/>
                    <a:gd name="connsiteY9" fmla="*/ 206111 h 248081"/>
                    <a:gd name="connsiteX10" fmla="*/ 130393 w 291949"/>
                    <a:gd name="connsiteY10" fmla="*/ 210790 h 248081"/>
                    <a:gd name="connsiteX11" fmla="*/ 125714 w 291949"/>
                    <a:gd name="connsiteY11" fmla="*/ 201205 h 248081"/>
                    <a:gd name="connsiteX12" fmla="*/ 151968 w 291949"/>
                    <a:gd name="connsiteY12" fmla="*/ 125341 h 248081"/>
                    <a:gd name="connsiteX13" fmla="*/ 161552 w 291949"/>
                    <a:gd name="connsiteY13" fmla="*/ 120662 h 248081"/>
                    <a:gd name="connsiteX14" fmla="*/ 91051 w 291949"/>
                    <a:gd name="connsiteY14" fmla="*/ 129092 h 248081"/>
                    <a:gd name="connsiteX15" fmla="*/ 91317 w 291949"/>
                    <a:gd name="connsiteY15" fmla="*/ 139775 h 248081"/>
                    <a:gd name="connsiteX16" fmla="*/ 66560 w 291949"/>
                    <a:gd name="connsiteY16" fmla="*/ 165744 h 248081"/>
                    <a:gd name="connsiteX17" fmla="*/ 91317 w 291949"/>
                    <a:gd name="connsiteY17" fmla="*/ 191713 h 248081"/>
                    <a:gd name="connsiteX18" fmla="*/ 91051 w 291949"/>
                    <a:gd name="connsiteY18" fmla="*/ 202396 h 248081"/>
                    <a:gd name="connsiteX19" fmla="*/ 80368 w 291949"/>
                    <a:gd name="connsiteY19" fmla="*/ 202131 h 248081"/>
                    <a:gd name="connsiteX20" fmla="*/ 51027 w 291949"/>
                    <a:gd name="connsiteY20" fmla="*/ 171369 h 248081"/>
                    <a:gd name="connsiteX21" fmla="*/ 50895 w 291949"/>
                    <a:gd name="connsiteY21" fmla="*/ 171237 h 248081"/>
                    <a:gd name="connsiteX22" fmla="*/ 50649 w 291949"/>
                    <a:gd name="connsiteY22" fmla="*/ 160535 h 248081"/>
                    <a:gd name="connsiteX23" fmla="*/ 50668 w 291949"/>
                    <a:gd name="connsiteY23" fmla="*/ 160554 h 248081"/>
                    <a:gd name="connsiteX24" fmla="*/ 80387 w 291949"/>
                    <a:gd name="connsiteY24" fmla="*/ 129395 h 248081"/>
                    <a:gd name="connsiteX25" fmla="*/ 91051 w 291949"/>
                    <a:gd name="connsiteY25" fmla="*/ 129092 h 248081"/>
                    <a:gd name="connsiteX26" fmla="*/ 200893 w 291949"/>
                    <a:gd name="connsiteY26" fmla="*/ 129092 h 248081"/>
                    <a:gd name="connsiteX27" fmla="*/ 211576 w 291949"/>
                    <a:gd name="connsiteY27" fmla="*/ 129357 h 248081"/>
                    <a:gd name="connsiteX28" fmla="*/ 241296 w 291949"/>
                    <a:gd name="connsiteY28" fmla="*/ 160516 h 248081"/>
                    <a:gd name="connsiteX29" fmla="*/ 241315 w 291949"/>
                    <a:gd name="connsiteY29" fmla="*/ 160497 h 248081"/>
                    <a:gd name="connsiteX30" fmla="*/ 241068 w 291949"/>
                    <a:gd name="connsiteY30" fmla="*/ 171199 h 248081"/>
                    <a:gd name="connsiteX31" fmla="*/ 240936 w 291949"/>
                    <a:gd name="connsiteY31" fmla="*/ 171331 h 248081"/>
                    <a:gd name="connsiteX32" fmla="*/ 211595 w 291949"/>
                    <a:gd name="connsiteY32" fmla="*/ 202093 h 248081"/>
                    <a:gd name="connsiteX33" fmla="*/ 200912 w 291949"/>
                    <a:gd name="connsiteY33" fmla="*/ 202358 h 248081"/>
                    <a:gd name="connsiteX34" fmla="*/ 200647 w 291949"/>
                    <a:gd name="connsiteY34" fmla="*/ 191675 h 248081"/>
                    <a:gd name="connsiteX35" fmla="*/ 225404 w 291949"/>
                    <a:gd name="connsiteY35" fmla="*/ 165706 h 248081"/>
                    <a:gd name="connsiteX36" fmla="*/ 200647 w 291949"/>
                    <a:gd name="connsiteY36" fmla="*/ 139737 h 248081"/>
                    <a:gd name="connsiteX37" fmla="*/ 200893 w 291949"/>
                    <a:gd name="connsiteY37" fmla="*/ 129092 h 248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291949" h="248081">
                      <a:moveTo>
                        <a:pt x="0" y="2"/>
                      </a:moveTo>
                      <a:lnTo>
                        <a:pt x="0" y="248082"/>
                      </a:lnTo>
                      <a:lnTo>
                        <a:pt x="291949" y="248082"/>
                      </a:lnTo>
                      <a:lnTo>
                        <a:pt x="291949" y="83363"/>
                      </a:lnTo>
                      <a:lnTo>
                        <a:pt x="214703" y="83363"/>
                      </a:lnTo>
                      <a:cubicBezTo>
                        <a:pt x="210517" y="83363"/>
                        <a:pt x="207127" y="79973"/>
                        <a:pt x="207127" y="75786"/>
                      </a:cubicBezTo>
                      <a:lnTo>
                        <a:pt x="207145" y="0"/>
                      </a:lnTo>
                      <a:close/>
                      <a:moveTo>
                        <a:pt x="161552" y="120662"/>
                      </a:moveTo>
                      <a:cubicBezTo>
                        <a:pt x="165492" y="122026"/>
                        <a:pt x="167576" y="126307"/>
                        <a:pt x="166231" y="130247"/>
                      </a:cubicBezTo>
                      <a:lnTo>
                        <a:pt x="139977" y="206111"/>
                      </a:lnTo>
                      <a:cubicBezTo>
                        <a:pt x="138614" y="210051"/>
                        <a:pt x="134332" y="212135"/>
                        <a:pt x="130393" y="210790"/>
                      </a:cubicBezTo>
                      <a:cubicBezTo>
                        <a:pt x="126453" y="209426"/>
                        <a:pt x="124369" y="205145"/>
                        <a:pt x="125714" y="201205"/>
                      </a:cubicBezTo>
                      <a:lnTo>
                        <a:pt x="151968" y="125341"/>
                      </a:lnTo>
                      <a:cubicBezTo>
                        <a:pt x="153331" y="121401"/>
                        <a:pt x="157612" y="119317"/>
                        <a:pt x="161552" y="120662"/>
                      </a:cubicBezTo>
                      <a:close/>
                      <a:moveTo>
                        <a:pt x="91051" y="129092"/>
                      </a:moveTo>
                      <a:cubicBezTo>
                        <a:pt x="94063" y="131971"/>
                        <a:pt x="94196" y="136744"/>
                        <a:pt x="91317" y="139775"/>
                      </a:cubicBezTo>
                      <a:lnTo>
                        <a:pt x="66560" y="165744"/>
                      </a:lnTo>
                      <a:lnTo>
                        <a:pt x="91317" y="191713"/>
                      </a:lnTo>
                      <a:cubicBezTo>
                        <a:pt x="94196" y="194725"/>
                        <a:pt x="94063" y="199517"/>
                        <a:pt x="91051" y="202396"/>
                      </a:cubicBezTo>
                      <a:cubicBezTo>
                        <a:pt x="88040" y="205276"/>
                        <a:pt x="83247" y="205143"/>
                        <a:pt x="80368" y="202131"/>
                      </a:cubicBezTo>
                      <a:lnTo>
                        <a:pt x="51027" y="171369"/>
                      </a:lnTo>
                      <a:lnTo>
                        <a:pt x="50895" y="171237"/>
                      </a:lnTo>
                      <a:cubicBezTo>
                        <a:pt x="47864" y="168358"/>
                        <a:pt x="47750" y="163566"/>
                        <a:pt x="50649" y="160535"/>
                      </a:cubicBezTo>
                      <a:lnTo>
                        <a:pt x="50668" y="160554"/>
                      </a:lnTo>
                      <a:lnTo>
                        <a:pt x="80387" y="129395"/>
                      </a:lnTo>
                      <a:cubicBezTo>
                        <a:pt x="83247" y="126326"/>
                        <a:pt x="88021" y="126212"/>
                        <a:pt x="91051" y="129092"/>
                      </a:cubicBezTo>
                      <a:close/>
                      <a:moveTo>
                        <a:pt x="200893" y="129092"/>
                      </a:moveTo>
                      <a:cubicBezTo>
                        <a:pt x="203905" y="126213"/>
                        <a:pt x="208697" y="126345"/>
                        <a:pt x="211576" y="129357"/>
                      </a:cubicBezTo>
                      <a:lnTo>
                        <a:pt x="241296" y="160516"/>
                      </a:lnTo>
                      <a:lnTo>
                        <a:pt x="241315" y="160497"/>
                      </a:lnTo>
                      <a:cubicBezTo>
                        <a:pt x="244194" y="163528"/>
                        <a:pt x="244080" y="168320"/>
                        <a:pt x="241068" y="171199"/>
                      </a:cubicBezTo>
                      <a:lnTo>
                        <a:pt x="240936" y="171331"/>
                      </a:lnTo>
                      <a:lnTo>
                        <a:pt x="211595" y="202093"/>
                      </a:lnTo>
                      <a:cubicBezTo>
                        <a:pt x="208716" y="205105"/>
                        <a:pt x="203943" y="205238"/>
                        <a:pt x="200912" y="202358"/>
                      </a:cubicBezTo>
                      <a:cubicBezTo>
                        <a:pt x="197900" y="199479"/>
                        <a:pt x="197767" y="194706"/>
                        <a:pt x="200647" y="191675"/>
                      </a:cubicBezTo>
                      <a:lnTo>
                        <a:pt x="225404" y="165706"/>
                      </a:lnTo>
                      <a:lnTo>
                        <a:pt x="200647" y="139737"/>
                      </a:lnTo>
                      <a:cubicBezTo>
                        <a:pt x="197748" y="136744"/>
                        <a:pt x="197881" y="131952"/>
                        <a:pt x="200893" y="129092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48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92421BBB-CB56-05F3-C99C-5B70977AC753}"/>
                    </a:ext>
                  </a:extLst>
                </p:cNvPr>
                <p:cNvSpPr/>
                <p:nvPr/>
              </p:nvSpPr>
              <p:spPr>
                <a:xfrm>
                  <a:off x="4891016" y="3747195"/>
                  <a:ext cx="58775" cy="57772"/>
                </a:xfrm>
                <a:custGeom>
                  <a:avLst/>
                  <a:gdLst>
                    <a:gd name="connsiteX0" fmla="*/ 0 w 58775"/>
                    <a:gd name="connsiteY0" fmla="*/ 0 h 57772"/>
                    <a:gd name="connsiteX1" fmla="*/ 0 w 58775"/>
                    <a:gd name="connsiteY1" fmla="*/ 57772 h 57772"/>
                    <a:gd name="connsiteX2" fmla="*/ 58776 w 58775"/>
                    <a:gd name="connsiteY2" fmla="*/ 57772 h 57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775" h="57772">
                      <a:moveTo>
                        <a:pt x="0" y="0"/>
                      </a:moveTo>
                      <a:lnTo>
                        <a:pt x="0" y="57772"/>
                      </a:lnTo>
                      <a:lnTo>
                        <a:pt x="58776" y="57772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48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4BFFE938-E1A1-7A3A-4753-139D38ADABDB}"/>
                    </a:ext>
                  </a:extLst>
                </p:cNvPr>
                <p:cNvSpPr/>
                <p:nvPr/>
              </p:nvSpPr>
              <p:spPr>
                <a:xfrm>
                  <a:off x="4668734" y="4116730"/>
                  <a:ext cx="291968" cy="30647"/>
                </a:xfrm>
                <a:custGeom>
                  <a:avLst/>
                  <a:gdLst>
                    <a:gd name="connsiteX0" fmla="*/ 0 w 291968"/>
                    <a:gd name="connsiteY0" fmla="*/ 0 h 30647"/>
                    <a:gd name="connsiteX1" fmla="*/ 291969 w 291968"/>
                    <a:gd name="connsiteY1" fmla="*/ 0 h 30647"/>
                    <a:gd name="connsiteX2" fmla="*/ 291969 w 291968"/>
                    <a:gd name="connsiteY2" fmla="*/ 30648 h 30647"/>
                    <a:gd name="connsiteX3" fmla="*/ 0 w 291968"/>
                    <a:gd name="connsiteY3" fmla="*/ 30648 h 30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1968" h="30647">
                      <a:moveTo>
                        <a:pt x="0" y="0"/>
                      </a:moveTo>
                      <a:lnTo>
                        <a:pt x="291969" y="0"/>
                      </a:lnTo>
                      <a:lnTo>
                        <a:pt x="291969" y="30648"/>
                      </a:lnTo>
                      <a:lnTo>
                        <a:pt x="0" y="30648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 w="484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D96F1C7-DC7D-0931-0069-BC879990C240}"/>
                  </a:ext>
                </a:extLst>
              </p:cNvPr>
              <p:cNvSpPr/>
              <p:nvPr/>
            </p:nvSpPr>
            <p:spPr>
              <a:xfrm>
                <a:off x="4637735" y="3999829"/>
                <a:ext cx="353962" cy="101639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0A03E23-FAD3-91DC-F755-899B45F44228}"/>
                </a:ext>
              </a:extLst>
            </p:cNvPr>
            <p:cNvSpPr txBox="1"/>
            <p:nvPr/>
          </p:nvSpPr>
          <p:spPr>
            <a:xfrm>
              <a:off x="4776308" y="3722803"/>
              <a:ext cx="4508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algn="ctr" defTabSz="914400" rtl="0" eaLnBrk="1" fontAlgn="auto" latinLnBrk="0" hangingPunct="1">
                <a:spcAft>
                  <a:spcPts val="0"/>
                </a:spcAft>
                <a:buClr>
                  <a:schemeClr val="tx2"/>
                </a:buClr>
                <a:buSzTx/>
                <a:tabLst/>
              </a:pPr>
              <a:r>
                <a:rPr lang="en-US" sz="800" b="1" dirty="0">
                  <a:solidFill>
                    <a:schemeClr val="bg1"/>
                  </a:solidFill>
                </a:rPr>
                <a:t>SDK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E9D5266-C047-B331-995A-D2F19AFE98F7}"/>
              </a:ext>
            </a:extLst>
          </p:cNvPr>
          <p:cNvGrpSpPr/>
          <p:nvPr/>
        </p:nvGrpSpPr>
        <p:grpSpPr>
          <a:xfrm>
            <a:off x="3925514" y="4007235"/>
            <a:ext cx="391466" cy="452555"/>
            <a:chOff x="3925514" y="4007235"/>
            <a:chExt cx="391466" cy="452555"/>
          </a:xfrm>
        </p:grpSpPr>
        <p:grpSp>
          <p:nvGrpSpPr>
            <p:cNvPr id="82" name="Graphic 19">
              <a:extLst>
                <a:ext uri="{FF2B5EF4-FFF2-40B4-BE49-F238E27FC236}">
                  <a16:creationId xmlns:a16="http://schemas.microsoft.com/office/drawing/2014/main" id="{066AFE57-9DB0-2D0D-00CC-B55987AE8825}"/>
                </a:ext>
              </a:extLst>
            </p:cNvPr>
            <p:cNvGrpSpPr/>
            <p:nvPr/>
          </p:nvGrpSpPr>
          <p:grpSpPr>
            <a:xfrm>
              <a:off x="3959797" y="4007235"/>
              <a:ext cx="322903" cy="452555"/>
              <a:chOff x="4668734" y="3736737"/>
              <a:chExt cx="291968" cy="410640"/>
            </a:xfrm>
            <a:solidFill>
              <a:schemeClr val="tx2"/>
            </a:solidFill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C411BC0C-8780-612A-DC6B-5C0BFA07875D}"/>
                  </a:ext>
                </a:extLst>
              </p:cNvPr>
              <p:cNvSpPr/>
              <p:nvPr/>
            </p:nvSpPr>
            <p:spPr>
              <a:xfrm>
                <a:off x="4668734" y="3736737"/>
                <a:ext cx="291949" cy="248081"/>
              </a:xfrm>
              <a:custGeom>
                <a:avLst/>
                <a:gdLst>
                  <a:gd name="connsiteX0" fmla="*/ 0 w 291949"/>
                  <a:gd name="connsiteY0" fmla="*/ 2 h 248081"/>
                  <a:gd name="connsiteX1" fmla="*/ 0 w 291949"/>
                  <a:gd name="connsiteY1" fmla="*/ 248082 h 248081"/>
                  <a:gd name="connsiteX2" fmla="*/ 291949 w 291949"/>
                  <a:gd name="connsiteY2" fmla="*/ 248082 h 248081"/>
                  <a:gd name="connsiteX3" fmla="*/ 291949 w 291949"/>
                  <a:gd name="connsiteY3" fmla="*/ 83363 h 248081"/>
                  <a:gd name="connsiteX4" fmla="*/ 214703 w 291949"/>
                  <a:gd name="connsiteY4" fmla="*/ 83363 h 248081"/>
                  <a:gd name="connsiteX5" fmla="*/ 207127 w 291949"/>
                  <a:gd name="connsiteY5" fmla="*/ 75786 h 248081"/>
                  <a:gd name="connsiteX6" fmla="*/ 207145 w 291949"/>
                  <a:gd name="connsiteY6" fmla="*/ 0 h 248081"/>
                  <a:gd name="connsiteX7" fmla="*/ 161552 w 291949"/>
                  <a:gd name="connsiteY7" fmla="*/ 120662 h 248081"/>
                  <a:gd name="connsiteX8" fmla="*/ 166231 w 291949"/>
                  <a:gd name="connsiteY8" fmla="*/ 130247 h 248081"/>
                  <a:gd name="connsiteX9" fmla="*/ 139977 w 291949"/>
                  <a:gd name="connsiteY9" fmla="*/ 206111 h 248081"/>
                  <a:gd name="connsiteX10" fmla="*/ 130393 w 291949"/>
                  <a:gd name="connsiteY10" fmla="*/ 210790 h 248081"/>
                  <a:gd name="connsiteX11" fmla="*/ 125714 w 291949"/>
                  <a:gd name="connsiteY11" fmla="*/ 201205 h 248081"/>
                  <a:gd name="connsiteX12" fmla="*/ 151968 w 291949"/>
                  <a:gd name="connsiteY12" fmla="*/ 125341 h 248081"/>
                  <a:gd name="connsiteX13" fmla="*/ 161552 w 291949"/>
                  <a:gd name="connsiteY13" fmla="*/ 120662 h 248081"/>
                  <a:gd name="connsiteX14" fmla="*/ 91051 w 291949"/>
                  <a:gd name="connsiteY14" fmla="*/ 129092 h 248081"/>
                  <a:gd name="connsiteX15" fmla="*/ 91317 w 291949"/>
                  <a:gd name="connsiteY15" fmla="*/ 139775 h 248081"/>
                  <a:gd name="connsiteX16" fmla="*/ 66560 w 291949"/>
                  <a:gd name="connsiteY16" fmla="*/ 165744 h 248081"/>
                  <a:gd name="connsiteX17" fmla="*/ 91317 w 291949"/>
                  <a:gd name="connsiteY17" fmla="*/ 191713 h 248081"/>
                  <a:gd name="connsiteX18" fmla="*/ 91051 w 291949"/>
                  <a:gd name="connsiteY18" fmla="*/ 202396 h 248081"/>
                  <a:gd name="connsiteX19" fmla="*/ 80368 w 291949"/>
                  <a:gd name="connsiteY19" fmla="*/ 202131 h 248081"/>
                  <a:gd name="connsiteX20" fmla="*/ 51027 w 291949"/>
                  <a:gd name="connsiteY20" fmla="*/ 171369 h 248081"/>
                  <a:gd name="connsiteX21" fmla="*/ 50895 w 291949"/>
                  <a:gd name="connsiteY21" fmla="*/ 171237 h 248081"/>
                  <a:gd name="connsiteX22" fmla="*/ 50649 w 291949"/>
                  <a:gd name="connsiteY22" fmla="*/ 160535 h 248081"/>
                  <a:gd name="connsiteX23" fmla="*/ 50668 w 291949"/>
                  <a:gd name="connsiteY23" fmla="*/ 160554 h 248081"/>
                  <a:gd name="connsiteX24" fmla="*/ 80387 w 291949"/>
                  <a:gd name="connsiteY24" fmla="*/ 129395 h 248081"/>
                  <a:gd name="connsiteX25" fmla="*/ 91051 w 291949"/>
                  <a:gd name="connsiteY25" fmla="*/ 129092 h 248081"/>
                  <a:gd name="connsiteX26" fmla="*/ 200893 w 291949"/>
                  <a:gd name="connsiteY26" fmla="*/ 129092 h 248081"/>
                  <a:gd name="connsiteX27" fmla="*/ 211576 w 291949"/>
                  <a:gd name="connsiteY27" fmla="*/ 129357 h 248081"/>
                  <a:gd name="connsiteX28" fmla="*/ 241296 w 291949"/>
                  <a:gd name="connsiteY28" fmla="*/ 160516 h 248081"/>
                  <a:gd name="connsiteX29" fmla="*/ 241315 w 291949"/>
                  <a:gd name="connsiteY29" fmla="*/ 160497 h 248081"/>
                  <a:gd name="connsiteX30" fmla="*/ 241068 w 291949"/>
                  <a:gd name="connsiteY30" fmla="*/ 171199 h 248081"/>
                  <a:gd name="connsiteX31" fmla="*/ 240936 w 291949"/>
                  <a:gd name="connsiteY31" fmla="*/ 171331 h 248081"/>
                  <a:gd name="connsiteX32" fmla="*/ 211595 w 291949"/>
                  <a:gd name="connsiteY32" fmla="*/ 202093 h 248081"/>
                  <a:gd name="connsiteX33" fmla="*/ 200912 w 291949"/>
                  <a:gd name="connsiteY33" fmla="*/ 202358 h 248081"/>
                  <a:gd name="connsiteX34" fmla="*/ 200647 w 291949"/>
                  <a:gd name="connsiteY34" fmla="*/ 191675 h 248081"/>
                  <a:gd name="connsiteX35" fmla="*/ 225404 w 291949"/>
                  <a:gd name="connsiteY35" fmla="*/ 165706 h 248081"/>
                  <a:gd name="connsiteX36" fmla="*/ 200647 w 291949"/>
                  <a:gd name="connsiteY36" fmla="*/ 139737 h 248081"/>
                  <a:gd name="connsiteX37" fmla="*/ 200893 w 291949"/>
                  <a:gd name="connsiteY37" fmla="*/ 129092 h 248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91949" h="248081">
                    <a:moveTo>
                      <a:pt x="0" y="2"/>
                    </a:moveTo>
                    <a:lnTo>
                      <a:pt x="0" y="248082"/>
                    </a:lnTo>
                    <a:lnTo>
                      <a:pt x="291949" y="248082"/>
                    </a:lnTo>
                    <a:lnTo>
                      <a:pt x="291949" y="83363"/>
                    </a:lnTo>
                    <a:lnTo>
                      <a:pt x="214703" y="83363"/>
                    </a:lnTo>
                    <a:cubicBezTo>
                      <a:pt x="210517" y="83363"/>
                      <a:pt x="207127" y="79973"/>
                      <a:pt x="207127" y="75786"/>
                    </a:cubicBezTo>
                    <a:lnTo>
                      <a:pt x="207145" y="0"/>
                    </a:lnTo>
                    <a:close/>
                    <a:moveTo>
                      <a:pt x="161552" y="120662"/>
                    </a:moveTo>
                    <a:cubicBezTo>
                      <a:pt x="165492" y="122026"/>
                      <a:pt x="167576" y="126307"/>
                      <a:pt x="166231" y="130247"/>
                    </a:cubicBezTo>
                    <a:lnTo>
                      <a:pt x="139977" y="206111"/>
                    </a:lnTo>
                    <a:cubicBezTo>
                      <a:pt x="138614" y="210051"/>
                      <a:pt x="134332" y="212135"/>
                      <a:pt x="130393" y="210790"/>
                    </a:cubicBezTo>
                    <a:cubicBezTo>
                      <a:pt x="126453" y="209426"/>
                      <a:pt x="124369" y="205145"/>
                      <a:pt x="125714" y="201205"/>
                    </a:cubicBezTo>
                    <a:lnTo>
                      <a:pt x="151968" y="125341"/>
                    </a:lnTo>
                    <a:cubicBezTo>
                      <a:pt x="153331" y="121401"/>
                      <a:pt x="157612" y="119317"/>
                      <a:pt x="161552" y="120662"/>
                    </a:cubicBezTo>
                    <a:close/>
                    <a:moveTo>
                      <a:pt x="91051" y="129092"/>
                    </a:moveTo>
                    <a:cubicBezTo>
                      <a:pt x="94063" y="131971"/>
                      <a:pt x="94196" y="136744"/>
                      <a:pt x="91317" y="139775"/>
                    </a:cubicBezTo>
                    <a:lnTo>
                      <a:pt x="66560" y="165744"/>
                    </a:lnTo>
                    <a:lnTo>
                      <a:pt x="91317" y="191713"/>
                    </a:lnTo>
                    <a:cubicBezTo>
                      <a:pt x="94196" y="194725"/>
                      <a:pt x="94063" y="199517"/>
                      <a:pt x="91051" y="202396"/>
                    </a:cubicBezTo>
                    <a:cubicBezTo>
                      <a:pt x="88040" y="205276"/>
                      <a:pt x="83247" y="205143"/>
                      <a:pt x="80368" y="202131"/>
                    </a:cubicBezTo>
                    <a:lnTo>
                      <a:pt x="51027" y="171369"/>
                    </a:lnTo>
                    <a:lnTo>
                      <a:pt x="50895" y="171237"/>
                    </a:lnTo>
                    <a:cubicBezTo>
                      <a:pt x="47864" y="168358"/>
                      <a:pt x="47750" y="163566"/>
                      <a:pt x="50649" y="160535"/>
                    </a:cubicBezTo>
                    <a:lnTo>
                      <a:pt x="50668" y="160554"/>
                    </a:lnTo>
                    <a:lnTo>
                      <a:pt x="80387" y="129395"/>
                    </a:lnTo>
                    <a:cubicBezTo>
                      <a:pt x="83247" y="126326"/>
                      <a:pt x="88021" y="126212"/>
                      <a:pt x="91051" y="129092"/>
                    </a:cubicBezTo>
                    <a:close/>
                    <a:moveTo>
                      <a:pt x="200893" y="129092"/>
                    </a:moveTo>
                    <a:cubicBezTo>
                      <a:pt x="203905" y="126213"/>
                      <a:pt x="208697" y="126345"/>
                      <a:pt x="211576" y="129357"/>
                    </a:cubicBezTo>
                    <a:lnTo>
                      <a:pt x="241296" y="160516"/>
                    </a:lnTo>
                    <a:lnTo>
                      <a:pt x="241315" y="160497"/>
                    </a:lnTo>
                    <a:cubicBezTo>
                      <a:pt x="244194" y="163528"/>
                      <a:pt x="244080" y="168320"/>
                      <a:pt x="241068" y="171199"/>
                    </a:cubicBezTo>
                    <a:lnTo>
                      <a:pt x="240936" y="171331"/>
                    </a:lnTo>
                    <a:lnTo>
                      <a:pt x="211595" y="202093"/>
                    </a:lnTo>
                    <a:cubicBezTo>
                      <a:pt x="208716" y="205105"/>
                      <a:pt x="203943" y="205238"/>
                      <a:pt x="200912" y="202358"/>
                    </a:cubicBezTo>
                    <a:cubicBezTo>
                      <a:pt x="197900" y="199479"/>
                      <a:pt x="197767" y="194706"/>
                      <a:pt x="200647" y="191675"/>
                    </a:cubicBezTo>
                    <a:lnTo>
                      <a:pt x="225404" y="165706"/>
                    </a:lnTo>
                    <a:lnTo>
                      <a:pt x="200647" y="139737"/>
                    </a:lnTo>
                    <a:cubicBezTo>
                      <a:pt x="197748" y="136744"/>
                      <a:pt x="197881" y="131952"/>
                      <a:pt x="200893" y="129092"/>
                    </a:cubicBez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08D659E2-F616-A9E5-70AC-BA01A8FB27BF}"/>
                  </a:ext>
                </a:extLst>
              </p:cNvPr>
              <p:cNvSpPr/>
              <p:nvPr/>
            </p:nvSpPr>
            <p:spPr>
              <a:xfrm>
                <a:off x="4891016" y="3747195"/>
                <a:ext cx="58775" cy="57772"/>
              </a:xfrm>
              <a:custGeom>
                <a:avLst/>
                <a:gdLst>
                  <a:gd name="connsiteX0" fmla="*/ 0 w 58775"/>
                  <a:gd name="connsiteY0" fmla="*/ 0 h 57772"/>
                  <a:gd name="connsiteX1" fmla="*/ 0 w 58775"/>
                  <a:gd name="connsiteY1" fmla="*/ 57772 h 57772"/>
                  <a:gd name="connsiteX2" fmla="*/ 58776 w 58775"/>
                  <a:gd name="connsiteY2" fmla="*/ 57772 h 57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775" h="57772">
                    <a:moveTo>
                      <a:pt x="0" y="0"/>
                    </a:moveTo>
                    <a:lnTo>
                      <a:pt x="0" y="57772"/>
                    </a:lnTo>
                    <a:lnTo>
                      <a:pt x="58776" y="57772"/>
                    </a:ln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323ABBBB-D23D-36BE-9539-B2325C8BB3CE}"/>
                  </a:ext>
                </a:extLst>
              </p:cNvPr>
              <p:cNvSpPr/>
              <p:nvPr/>
            </p:nvSpPr>
            <p:spPr>
              <a:xfrm>
                <a:off x="4668734" y="4116730"/>
                <a:ext cx="291968" cy="30647"/>
              </a:xfrm>
              <a:custGeom>
                <a:avLst/>
                <a:gdLst>
                  <a:gd name="connsiteX0" fmla="*/ 0 w 291968"/>
                  <a:gd name="connsiteY0" fmla="*/ 0 h 30647"/>
                  <a:gd name="connsiteX1" fmla="*/ 291969 w 291968"/>
                  <a:gd name="connsiteY1" fmla="*/ 0 h 30647"/>
                  <a:gd name="connsiteX2" fmla="*/ 291969 w 291968"/>
                  <a:gd name="connsiteY2" fmla="*/ 30648 h 30647"/>
                  <a:gd name="connsiteX3" fmla="*/ 0 w 291968"/>
                  <a:gd name="connsiteY3" fmla="*/ 30648 h 30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968" h="30647">
                    <a:moveTo>
                      <a:pt x="0" y="0"/>
                    </a:moveTo>
                    <a:lnTo>
                      <a:pt x="291969" y="0"/>
                    </a:lnTo>
                    <a:lnTo>
                      <a:pt x="291969" y="30648"/>
                    </a:lnTo>
                    <a:lnTo>
                      <a:pt x="0" y="30648"/>
                    </a:ln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A398A432-9E30-A4FA-1F3E-A95B82433A9F}"/>
                </a:ext>
              </a:extLst>
            </p:cNvPr>
            <p:cNvSpPr/>
            <p:nvPr/>
          </p:nvSpPr>
          <p:spPr>
            <a:xfrm>
              <a:off x="3925514" y="4297181"/>
              <a:ext cx="391466" cy="112014"/>
            </a:xfrm>
            <a:custGeom>
              <a:avLst/>
              <a:gdLst/>
              <a:ahLst/>
              <a:cxnLst/>
              <a:rect l="l" t="t" r="r" b="b"/>
              <a:pathLst>
                <a:path w="391466" h="112014">
                  <a:moveTo>
                    <a:pt x="145773" y="36733"/>
                  </a:moveTo>
                  <a:lnTo>
                    <a:pt x="145825" y="36733"/>
                  </a:lnTo>
                  <a:lnTo>
                    <a:pt x="155187" y="64870"/>
                  </a:lnTo>
                  <a:lnTo>
                    <a:pt x="136411" y="64870"/>
                  </a:lnTo>
                  <a:close/>
                  <a:moveTo>
                    <a:pt x="202114" y="34482"/>
                  </a:moveTo>
                  <a:lnTo>
                    <a:pt x="207844" y="34482"/>
                  </a:lnTo>
                  <a:cubicBezTo>
                    <a:pt x="209242" y="34482"/>
                    <a:pt x="210598" y="34575"/>
                    <a:pt x="211911" y="34763"/>
                  </a:cubicBezTo>
                  <a:cubicBezTo>
                    <a:pt x="213224" y="34951"/>
                    <a:pt x="214478" y="35402"/>
                    <a:pt x="215671" y="36119"/>
                  </a:cubicBezTo>
                  <a:cubicBezTo>
                    <a:pt x="216865" y="36835"/>
                    <a:pt x="217871" y="37943"/>
                    <a:pt x="218690" y="39444"/>
                  </a:cubicBezTo>
                  <a:cubicBezTo>
                    <a:pt x="219508" y="40945"/>
                    <a:pt x="219918" y="42855"/>
                    <a:pt x="219918" y="45174"/>
                  </a:cubicBezTo>
                  <a:cubicBezTo>
                    <a:pt x="219918" y="46879"/>
                    <a:pt x="219679" y="48457"/>
                    <a:pt x="219201" y="49906"/>
                  </a:cubicBezTo>
                  <a:cubicBezTo>
                    <a:pt x="218724" y="51356"/>
                    <a:pt x="218025" y="52601"/>
                    <a:pt x="217104" y="53641"/>
                  </a:cubicBezTo>
                  <a:cubicBezTo>
                    <a:pt x="216183" y="54681"/>
                    <a:pt x="214998" y="55491"/>
                    <a:pt x="213548" y="56071"/>
                  </a:cubicBezTo>
                  <a:cubicBezTo>
                    <a:pt x="212099" y="56651"/>
                    <a:pt x="210300" y="56941"/>
                    <a:pt x="208151" y="56941"/>
                  </a:cubicBezTo>
                  <a:lnTo>
                    <a:pt x="202114" y="56941"/>
                  </a:lnTo>
                  <a:close/>
                  <a:moveTo>
                    <a:pt x="193212" y="24096"/>
                  </a:moveTo>
                  <a:cubicBezTo>
                    <a:pt x="191848" y="24096"/>
                    <a:pt x="190748" y="24497"/>
                    <a:pt x="189913" y="25298"/>
                  </a:cubicBezTo>
                  <a:cubicBezTo>
                    <a:pt x="189077" y="26100"/>
                    <a:pt x="188659" y="27302"/>
                    <a:pt x="188659" y="28905"/>
                  </a:cubicBezTo>
                  <a:lnTo>
                    <a:pt x="188659" y="88455"/>
                  </a:lnTo>
                  <a:cubicBezTo>
                    <a:pt x="188659" y="88796"/>
                    <a:pt x="188761" y="89103"/>
                    <a:pt x="188966" y="89376"/>
                  </a:cubicBezTo>
                  <a:cubicBezTo>
                    <a:pt x="189171" y="89649"/>
                    <a:pt x="189529" y="89870"/>
                    <a:pt x="190040" y="90041"/>
                  </a:cubicBezTo>
                  <a:cubicBezTo>
                    <a:pt x="190552" y="90211"/>
                    <a:pt x="191243" y="90348"/>
                    <a:pt x="192112" y="90450"/>
                  </a:cubicBezTo>
                  <a:cubicBezTo>
                    <a:pt x="192982" y="90553"/>
                    <a:pt x="194065" y="90604"/>
                    <a:pt x="195361" y="90604"/>
                  </a:cubicBezTo>
                  <a:cubicBezTo>
                    <a:pt x="196691" y="90604"/>
                    <a:pt x="197783" y="90553"/>
                    <a:pt x="198635" y="90450"/>
                  </a:cubicBezTo>
                  <a:cubicBezTo>
                    <a:pt x="199488" y="90348"/>
                    <a:pt x="200170" y="90211"/>
                    <a:pt x="200682" y="90041"/>
                  </a:cubicBezTo>
                  <a:cubicBezTo>
                    <a:pt x="201193" y="89870"/>
                    <a:pt x="201560" y="89649"/>
                    <a:pt x="201782" y="89376"/>
                  </a:cubicBezTo>
                  <a:cubicBezTo>
                    <a:pt x="202003" y="89103"/>
                    <a:pt x="202114" y="88796"/>
                    <a:pt x="202114" y="88455"/>
                  </a:cubicBezTo>
                  <a:lnTo>
                    <a:pt x="202114" y="67326"/>
                  </a:lnTo>
                  <a:lnTo>
                    <a:pt x="207639" y="67326"/>
                  </a:lnTo>
                  <a:cubicBezTo>
                    <a:pt x="212005" y="67326"/>
                    <a:pt x="215799" y="66814"/>
                    <a:pt x="219022" y="65791"/>
                  </a:cubicBezTo>
                  <a:cubicBezTo>
                    <a:pt x="222245" y="64768"/>
                    <a:pt x="224965" y="63276"/>
                    <a:pt x="227182" y="61315"/>
                  </a:cubicBezTo>
                  <a:cubicBezTo>
                    <a:pt x="229399" y="59354"/>
                    <a:pt x="231088" y="56941"/>
                    <a:pt x="232247" y="54076"/>
                  </a:cubicBezTo>
                  <a:cubicBezTo>
                    <a:pt x="233407" y="51211"/>
                    <a:pt x="233987" y="47919"/>
                    <a:pt x="233987" y="44202"/>
                  </a:cubicBezTo>
                  <a:cubicBezTo>
                    <a:pt x="233987" y="41507"/>
                    <a:pt x="233611" y="39077"/>
                    <a:pt x="232861" y="36912"/>
                  </a:cubicBezTo>
                  <a:cubicBezTo>
                    <a:pt x="232111" y="34746"/>
                    <a:pt x="231019" y="32853"/>
                    <a:pt x="229587" y="31233"/>
                  </a:cubicBezTo>
                  <a:cubicBezTo>
                    <a:pt x="228154" y="29613"/>
                    <a:pt x="226424" y="28274"/>
                    <a:pt x="224394" y="27217"/>
                  </a:cubicBezTo>
                  <a:cubicBezTo>
                    <a:pt x="222365" y="26160"/>
                    <a:pt x="220361" y="25435"/>
                    <a:pt x="218383" y="25043"/>
                  </a:cubicBezTo>
                  <a:cubicBezTo>
                    <a:pt x="216405" y="24650"/>
                    <a:pt x="214708" y="24395"/>
                    <a:pt x="213293" y="24275"/>
                  </a:cubicBezTo>
                  <a:cubicBezTo>
                    <a:pt x="211877" y="24156"/>
                    <a:pt x="210385" y="24096"/>
                    <a:pt x="208816" y="24096"/>
                  </a:cubicBezTo>
                  <a:close/>
                  <a:moveTo>
                    <a:pt x="252562" y="23789"/>
                  </a:moveTo>
                  <a:cubicBezTo>
                    <a:pt x="251266" y="23789"/>
                    <a:pt x="250192" y="23840"/>
                    <a:pt x="249339" y="23943"/>
                  </a:cubicBezTo>
                  <a:cubicBezTo>
                    <a:pt x="248487" y="24045"/>
                    <a:pt x="247796" y="24181"/>
                    <a:pt x="247267" y="24352"/>
                  </a:cubicBezTo>
                  <a:cubicBezTo>
                    <a:pt x="246739" y="24522"/>
                    <a:pt x="246363" y="24744"/>
                    <a:pt x="246142" y="25017"/>
                  </a:cubicBezTo>
                  <a:cubicBezTo>
                    <a:pt x="245920" y="25290"/>
                    <a:pt x="245809" y="25597"/>
                    <a:pt x="245809" y="25938"/>
                  </a:cubicBezTo>
                  <a:lnTo>
                    <a:pt x="245809" y="88455"/>
                  </a:lnTo>
                  <a:cubicBezTo>
                    <a:pt x="245809" y="88796"/>
                    <a:pt x="245920" y="89103"/>
                    <a:pt x="246142" y="89376"/>
                  </a:cubicBezTo>
                  <a:cubicBezTo>
                    <a:pt x="246363" y="89649"/>
                    <a:pt x="246730" y="89870"/>
                    <a:pt x="247242" y="90041"/>
                  </a:cubicBezTo>
                  <a:cubicBezTo>
                    <a:pt x="247753" y="90211"/>
                    <a:pt x="248444" y="90348"/>
                    <a:pt x="249314" y="90450"/>
                  </a:cubicBezTo>
                  <a:cubicBezTo>
                    <a:pt x="250183" y="90553"/>
                    <a:pt x="251266" y="90604"/>
                    <a:pt x="252562" y="90604"/>
                  </a:cubicBezTo>
                  <a:cubicBezTo>
                    <a:pt x="253892" y="90604"/>
                    <a:pt x="254984" y="90553"/>
                    <a:pt x="255836" y="90450"/>
                  </a:cubicBezTo>
                  <a:cubicBezTo>
                    <a:pt x="256689" y="90348"/>
                    <a:pt x="257371" y="90211"/>
                    <a:pt x="257883" y="90041"/>
                  </a:cubicBezTo>
                  <a:cubicBezTo>
                    <a:pt x="258394" y="89870"/>
                    <a:pt x="258761" y="89649"/>
                    <a:pt x="258983" y="89376"/>
                  </a:cubicBezTo>
                  <a:cubicBezTo>
                    <a:pt x="259204" y="89103"/>
                    <a:pt x="259315" y="88796"/>
                    <a:pt x="259315" y="88455"/>
                  </a:cubicBezTo>
                  <a:lnTo>
                    <a:pt x="259315" y="25938"/>
                  </a:lnTo>
                  <a:cubicBezTo>
                    <a:pt x="259315" y="25597"/>
                    <a:pt x="259204" y="25290"/>
                    <a:pt x="258983" y="25017"/>
                  </a:cubicBezTo>
                  <a:cubicBezTo>
                    <a:pt x="258761" y="24744"/>
                    <a:pt x="258394" y="24522"/>
                    <a:pt x="257883" y="24352"/>
                  </a:cubicBezTo>
                  <a:cubicBezTo>
                    <a:pt x="257371" y="24181"/>
                    <a:pt x="256689" y="24045"/>
                    <a:pt x="255836" y="23943"/>
                  </a:cubicBezTo>
                  <a:cubicBezTo>
                    <a:pt x="254984" y="23840"/>
                    <a:pt x="253892" y="23789"/>
                    <a:pt x="252562" y="23789"/>
                  </a:cubicBezTo>
                  <a:close/>
                  <a:moveTo>
                    <a:pt x="145978" y="23789"/>
                  </a:moveTo>
                  <a:cubicBezTo>
                    <a:pt x="144239" y="23789"/>
                    <a:pt x="142840" y="23815"/>
                    <a:pt x="141783" y="23866"/>
                  </a:cubicBezTo>
                  <a:cubicBezTo>
                    <a:pt x="140726" y="23917"/>
                    <a:pt x="139899" y="24036"/>
                    <a:pt x="139302" y="24224"/>
                  </a:cubicBezTo>
                  <a:cubicBezTo>
                    <a:pt x="138705" y="24412"/>
                    <a:pt x="138270" y="24684"/>
                    <a:pt x="137997" y="25043"/>
                  </a:cubicBezTo>
                  <a:cubicBezTo>
                    <a:pt x="137724" y="25401"/>
                    <a:pt x="137486" y="25870"/>
                    <a:pt x="137281" y="26449"/>
                  </a:cubicBezTo>
                  <a:lnTo>
                    <a:pt x="116868" y="85181"/>
                  </a:lnTo>
                  <a:cubicBezTo>
                    <a:pt x="116459" y="86375"/>
                    <a:pt x="116203" y="87329"/>
                    <a:pt x="116101" y="88046"/>
                  </a:cubicBezTo>
                  <a:cubicBezTo>
                    <a:pt x="115998" y="88762"/>
                    <a:pt x="116118" y="89316"/>
                    <a:pt x="116459" y="89708"/>
                  </a:cubicBezTo>
                  <a:cubicBezTo>
                    <a:pt x="116800" y="90101"/>
                    <a:pt x="117414" y="90348"/>
                    <a:pt x="118301" y="90450"/>
                  </a:cubicBezTo>
                  <a:cubicBezTo>
                    <a:pt x="119187" y="90553"/>
                    <a:pt x="120415" y="90604"/>
                    <a:pt x="121984" y="90604"/>
                  </a:cubicBezTo>
                  <a:cubicBezTo>
                    <a:pt x="123451" y="90604"/>
                    <a:pt x="124636" y="90570"/>
                    <a:pt x="125540" y="90501"/>
                  </a:cubicBezTo>
                  <a:cubicBezTo>
                    <a:pt x="126444" y="90433"/>
                    <a:pt x="127143" y="90305"/>
                    <a:pt x="127637" y="90118"/>
                  </a:cubicBezTo>
                  <a:cubicBezTo>
                    <a:pt x="128132" y="89930"/>
                    <a:pt x="128490" y="89674"/>
                    <a:pt x="128712" y="89350"/>
                  </a:cubicBezTo>
                  <a:cubicBezTo>
                    <a:pt x="128933" y="89026"/>
                    <a:pt x="129112" y="88626"/>
                    <a:pt x="129249" y="88148"/>
                  </a:cubicBezTo>
                  <a:lnTo>
                    <a:pt x="133444" y="75205"/>
                  </a:lnTo>
                  <a:lnTo>
                    <a:pt x="158308" y="75205"/>
                  </a:lnTo>
                  <a:lnTo>
                    <a:pt x="162758" y="88506"/>
                  </a:lnTo>
                  <a:cubicBezTo>
                    <a:pt x="162895" y="88950"/>
                    <a:pt x="163065" y="89308"/>
                    <a:pt x="163270" y="89581"/>
                  </a:cubicBezTo>
                  <a:cubicBezTo>
                    <a:pt x="163475" y="89853"/>
                    <a:pt x="163833" y="90067"/>
                    <a:pt x="164344" y="90220"/>
                  </a:cubicBezTo>
                  <a:cubicBezTo>
                    <a:pt x="164856" y="90373"/>
                    <a:pt x="165598" y="90476"/>
                    <a:pt x="166570" y="90527"/>
                  </a:cubicBezTo>
                  <a:cubicBezTo>
                    <a:pt x="167542" y="90578"/>
                    <a:pt x="168898" y="90604"/>
                    <a:pt x="170637" y="90604"/>
                  </a:cubicBezTo>
                  <a:cubicBezTo>
                    <a:pt x="172308" y="90604"/>
                    <a:pt x="173621" y="90561"/>
                    <a:pt x="174576" y="90476"/>
                  </a:cubicBezTo>
                  <a:cubicBezTo>
                    <a:pt x="175531" y="90391"/>
                    <a:pt x="176196" y="90169"/>
                    <a:pt x="176572" y="89811"/>
                  </a:cubicBezTo>
                  <a:cubicBezTo>
                    <a:pt x="176947" y="89453"/>
                    <a:pt x="177083" y="88915"/>
                    <a:pt x="176981" y="88199"/>
                  </a:cubicBezTo>
                  <a:cubicBezTo>
                    <a:pt x="176878" y="87483"/>
                    <a:pt x="176623" y="86511"/>
                    <a:pt x="176213" y="85283"/>
                  </a:cubicBezTo>
                  <a:lnTo>
                    <a:pt x="155750" y="26603"/>
                  </a:lnTo>
                  <a:cubicBezTo>
                    <a:pt x="155545" y="25955"/>
                    <a:pt x="155298" y="25443"/>
                    <a:pt x="155008" y="25068"/>
                  </a:cubicBezTo>
                  <a:cubicBezTo>
                    <a:pt x="154718" y="24693"/>
                    <a:pt x="154240" y="24412"/>
                    <a:pt x="153575" y="24224"/>
                  </a:cubicBezTo>
                  <a:cubicBezTo>
                    <a:pt x="152910" y="24036"/>
                    <a:pt x="151981" y="23917"/>
                    <a:pt x="150787" y="23866"/>
                  </a:cubicBezTo>
                  <a:cubicBezTo>
                    <a:pt x="149593" y="23815"/>
                    <a:pt x="147990" y="23789"/>
                    <a:pt x="145978" y="23789"/>
                  </a:cubicBezTo>
                  <a:close/>
                  <a:moveTo>
                    <a:pt x="0" y="0"/>
                  </a:moveTo>
                  <a:lnTo>
                    <a:pt x="391466" y="0"/>
                  </a:lnTo>
                  <a:lnTo>
                    <a:pt x="391466" y="112014"/>
                  </a:lnTo>
                  <a:lnTo>
                    <a:pt x="0" y="1120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0D901A5-642A-573B-E817-945B3F675A3C}"/>
              </a:ext>
            </a:extLst>
          </p:cNvPr>
          <p:cNvGrpSpPr/>
          <p:nvPr/>
        </p:nvGrpSpPr>
        <p:grpSpPr>
          <a:xfrm>
            <a:off x="4524309" y="4014428"/>
            <a:ext cx="391466" cy="452555"/>
            <a:chOff x="4524309" y="4014428"/>
            <a:chExt cx="391466" cy="452555"/>
          </a:xfrm>
        </p:grpSpPr>
        <p:grpSp>
          <p:nvGrpSpPr>
            <p:cNvPr id="94" name="Graphic 19">
              <a:extLst>
                <a:ext uri="{FF2B5EF4-FFF2-40B4-BE49-F238E27FC236}">
                  <a16:creationId xmlns:a16="http://schemas.microsoft.com/office/drawing/2014/main" id="{5424B197-5BE1-44A6-E7C8-B64E67BF8DE9}"/>
                </a:ext>
              </a:extLst>
            </p:cNvPr>
            <p:cNvGrpSpPr/>
            <p:nvPr/>
          </p:nvGrpSpPr>
          <p:grpSpPr>
            <a:xfrm>
              <a:off x="4558592" y="4014428"/>
              <a:ext cx="322903" cy="452555"/>
              <a:chOff x="4668734" y="3736737"/>
              <a:chExt cx="291968" cy="410640"/>
            </a:xfrm>
            <a:solidFill>
              <a:schemeClr val="tx2"/>
            </a:solidFill>
          </p:grpSpPr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ABF33AC7-780D-BD8B-65CE-59409691B942}"/>
                  </a:ext>
                </a:extLst>
              </p:cNvPr>
              <p:cNvSpPr/>
              <p:nvPr/>
            </p:nvSpPr>
            <p:spPr>
              <a:xfrm>
                <a:off x="4668734" y="3736737"/>
                <a:ext cx="291949" cy="248081"/>
              </a:xfrm>
              <a:custGeom>
                <a:avLst/>
                <a:gdLst>
                  <a:gd name="connsiteX0" fmla="*/ 0 w 291949"/>
                  <a:gd name="connsiteY0" fmla="*/ 2 h 248081"/>
                  <a:gd name="connsiteX1" fmla="*/ 0 w 291949"/>
                  <a:gd name="connsiteY1" fmla="*/ 248082 h 248081"/>
                  <a:gd name="connsiteX2" fmla="*/ 291949 w 291949"/>
                  <a:gd name="connsiteY2" fmla="*/ 248082 h 248081"/>
                  <a:gd name="connsiteX3" fmla="*/ 291949 w 291949"/>
                  <a:gd name="connsiteY3" fmla="*/ 83363 h 248081"/>
                  <a:gd name="connsiteX4" fmla="*/ 214703 w 291949"/>
                  <a:gd name="connsiteY4" fmla="*/ 83363 h 248081"/>
                  <a:gd name="connsiteX5" fmla="*/ 207127 w 291949"/>
                  <a:gd name="connsiteY5" fmla="*/ 75786 h 248081"/>
                  <a:gd name="connsiteX6" fmla="*/ 207145 w 291949"/>
                  <a:gd name="connsiteY6" fmla="*/ 0 h 248081"/>
                  <a:gd name="connsiteX7" fmla="*/ 161552 w 291949"/>
                  <a:gd name="connsiteY7" fmla="*/ 120662 h 248081"/>
                  <a:gd name="connsiteX8" fmla="*/ 166231 w 291949"/>
                  <a:gd name="connsiteY8" fmla="*/ 130247 h 248081"/>
                  <a:gd name="connsiteX9" fmla="*/ 139977 w 291949"/>
                  <a:gd name="connsiteY9" fmla="*/ 206111 h 248081"/>
                  <a:gd name="connsiteX10" fmla="*/ 130393 w 291949"/>
                  <a:gd name="connsiteY10" fmla="*/ 210790 h 248081"/>
                  <a:gd name="connsiteX11" fmla="*/ 125714 w 291949"/>
                  <a:gd name="connsiteY11" fmla="*/ 201205 h 248081"/>
                  <a:gd name="connsiteX12" fmla="*/ 151968 w 291949"/>
                  <a:gd name="connsiteY12" fmla="*/ 125341 h 248081"/>
                  <a:gd name="connsiteX13" fmla="*/ 161552 w 291949"/>
                  <a:gd name="connsiteY13" fmla="*/ 120662 h 248081"/>
                  <a:gd name="connsiteX14" fmla="*/ 91051 w 291949"/>
                  <a:gd name="connsiteY14" fmla="*/ 129092 h 248081"/>
                  <a:gd name="connsiteX15" fmla="*/ 91317 w 291949"/>
                  <a:gd name="connsiteY15" fmla="*/ 139775 h 248081"/>
                  <a:gd name="connsiteX16" fmla="*/ 66560 w 291949"/>
                  <a:gd name="connsiteY16" fmla="*/ 165744 h 248081"/>
                  <a:gd name="connsiteX17" fmla="*/ 91317 w 291949"/>
                  <a:gd name="connsiteY17" fmla="*/ 191713 h 248081"/>
                  <a:gd name="connsiteX18" fmla="*/ 91051 w 291949"/>
                  <a:gd name="connsiteY18" fmla="*/ 202396 h 248081"/>
                  <a:gd name="connsiteX19" fmla="*/ 80368 w 291949"/>
                  <a:gd name="connsiteY19" fmla="*/ 202131 h 248081"/>
                  <a:gd name="connsiteX20" fmla="*/ 51027 w 291949"/>
                  <a:gd name="connsiteY20" fmla="*/ 171369 h 248081"/>
                  <a:gd name="connsiteX21" fmla="*/ 50895 w 291949"/>
                  <a:gd name="connsiteY21" fmla="*/ 171237 h 248081"/>
                  <a:gd name="connsiteX22" fmla="*/ 50649 w 291949"/>
                  <a:gd name="connsiteY22" fmla="*/ 160535 h 248081"/>
                  <a:gd name="connsiteX23" fmla="*/ 50668 w 291949"/>
                  <a:gd name="connsiteY23" fmla="*/ 160554 h 248081"/>
                  <a:gd name="connsiteX24" fmla="*/ 80387 w 291949"/>
                  <a:gd name="connsiteY24" fmla="*/ 129395 h 248081"/>
                  <a:gd name="connsiteX25" fmla="*/ 91051 w 291949"/>
                  <a:gd name="connsiteY25" fmla="*/ 129092 h 248081"/>
                  <a:gd name="connsiteX26" fmla="*/ 200893 w 291949"/>
                  <a:gd name="connsiteY26" fmla="*/ 129092 h 248081"/>
                  <a:gd name="connsiteX27" fmla="*/ 211576 w 291949"/>
                  <a:gd name="connsiteY27" fmla="*/ 129357 h 248081"/>
                  <a:gd name="connsiteX28" fmla="*/ 241296 w 291949"/>
                  <a:gd name="connsiteY28" fmla="*/ 160516 h 248081"/>
                  <a:gd name="connsiteX29" fmla="*/ 241315 w 291949"/>
                  <a:gd name="connsiteY29" fmla="*/ 160497 h 248081"/>
                  <a:gd name="connsiteX30" fmla="*/ 241068 w 291949"/>
                  <a:gd name="connsiteY30" fmla="*/ 171199 h 248081"/>
                  <a:gd name="connsiteX31" fmla="*/ 240936 w 291949"/>
                  <a:gd name="connsiteY31" fmla="*/ 171331 h 248081"/>
                  <a:gd name="connsiteX32" fmla="*/ 211595 w 291949"/>
                  <a:gd name="connsiteY32" fmla="*/ 202093 h 248081"/>
                  <a:gd name="connsiteX33" fmla="*/ 200912 w 291949"/>
                  <a:gd name="connsiteY33" fmla="*/ 202358 h 248081"/>
                  <a:gd name="connsiteX34" fmla="*/ 200647 w 291949"/>
                  <a:gd name="connsiteY34" fmla="*/ 191675 h 248081"/>
                  <a:gd name="connsiteX35" fmla="*/ 225404 w 291949"/>
                  <a:gd name="connsiteY35" fmla="*/ 165706 h 248081"/>
                  <a:gd name="connsiteX36" fmla="*/ 200647 w 291949"/>
                  <a:gd name="connsiteY36" fmla="*/ 139737 h 248081"/>
                  <a:gd name="connsiteX37" fmla="*/ 200893 w 291949"/>
                  <a:gd name="connsiteY37" fmla="*/ 129092 h 248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91949" h="248081">
                    <a:moveTo>
                      <a:pt x="0" y="2"/>
                    </a:moveTo>
                    <a:lnTo>
                      <a:pt x="0" y="248082"/>
                    </a:lnTo>
                    <a:lnTo>
                      <a:pt x="291949" y="248082"/>
                    </a:lnTo>
                    <a:lnTo>
                      <a:pt x="291949" y="83363"/>
                    </a:lnTo>
                    <a:lnTo>
                      <a:pt x="214703" y="83363"/>
                    </a:lnTo>
                    <a:cubicBezTo>
                      <a:pt x="210517" y="83363"/>
                      <a:pt x="207127" y="79973"/>
                      <a:pt x="207127" y="75786"/>
                    </a:cubicBezTo>
                    <a:lnTo>
                      <a:pt x="207145" y="0"/>
                    </a:lnTo>
                    <a:close/>
                    <a:moveTo>
                      <a:pt x="161552" y="120662"/>
                    </a:moveTo>
                    <a:cubicBezTo>
                      <a:pt x="165492" y="122026"/>
                      <a:pt x="167576" y="126307"/>
                      <a:pt x="166231" y="130247"/>
                    </a:cubicBezTo>
                    <a:lnTo>
                      <a:pt x="139977" y="206111"/>
                    </a:lnTo>
                    <a:cubicBezTo>
                      <a:pt x="138614" y="210051"/>
                      <a:pt x="134332" y="212135"/>
                      <a:pt x="130393" y="210790"/>
                    </a:cubicBezTo>
                    <a:cubicBezTo>
                      <a:pt x="126453" y="209426"/>
                      <a:pt x="124369" y="205145"/>
                      <a:pt x="125714" y="201205"/>
                    </a:cubicBezTo>
                    <a:lnTo>
                      <a:pt x="151968" y="125341"/>
                    </a:lnTo>
                    <a:cubicBezTo>
                      <a:pt x="153331" y="121401"/>
                      <a:pt x="157612" y="119317"/>
                      <a:pt x="161552" y="120662"/>
                    </a:cubicBezTo>
                    <a:close/>
                    <a:moveTo>
                      <a:pt x="91051" y="129092"/>
                    </a:moveTo>
                    <a:cubicBezTo>
                      <a:pt x="94063" y="131971"/>
                      <a:pt x="94196" y="136744"/>
                      <a:pt x="91317" y="139775"/>
                    </a:cubicBezTo>
                    <a:lnTo>
                      <a:pt x="66560" y="165744"/>
                    </a:lnTo>
                    <a:lnTo>
                      <a:pt x="91317" y="191713"/>
                    </a:lnTo>
                    <a:cubicBezTo>
                      <a:pt x="94196" y="194725"/>
                      <a:pt x="94063" y="199517"/>
                      <a:pt x="91051" y="202396"/>
                    </a:cubicBezTo>
                    <a:cubicBezTo>
                      <a:pt x="88040" y="205276"/>
                      <a:pt x="83247" y="205143"/>
                      <a:pt x="80368" y="202131"/>
                    </a:cubicBezTo>
                    <a:lnTo>
                      <a:pt x="51027" y="171369"/>
                    </a:lnTo>
                    <a:lnTo>
                      <a:pt x="50895" y="171237"/>
                    </a:lnTo>
                    <a:cubicBezTo>
                      <a:pt x="47864" y="168358"/>
                      <a:pt x="47750" y="163566"/>
                      <a:pt x="50649" y="160535"/>
                    </a:cubicBezTo>
                    <a:lnTo>
                      <a:pt x="50668" y="160554"/>
                    </a:lnTo>
                    <a:lnTo>
                      <a:pt x="80387" y="129395"/>
                    </a:lnTo>
                    <a:cubicBezTo>
                      <a:pt x="83247" y="126326"/>
                      <a:pt x="88021" y="126212"/>
                      <a:pt x="91051" y="129092"/>
                    </a:cubicBezTo>
                    <a:close/>
                    <a:moveTo>
                      <a:pt x="200893" y="129092"/>
                    </a:moveTo>
                    <a:cubicBezTo>
                      <a:pt x="203905" y="126213"/>
                      <a:pt x="208697" y="126345"/>
                      <a:pt x="211576" y="129357"/>
                    </a:cubicBezTo>
                    <a:lnTo>
                      <a:pt x="241296" y="160516"/>
                    </a:lnTo>
                    <a:lnTo>
                      <a:pt x="241315" y="160497"/>
                    </a:lnTo>
                    <a:cubicBezTo>
                      <a:pt x="244194" y="163528"/>
                      <a:pt x="244080" y="168320"/>
                      <a:pt x="241068" y="171199"/>
                    </a:cubicBezTo>
                    <a:lnTo>
                      <a:pt x="240936" y="171331"/>
                    </a:lnTo>
                    <a:lnTo>
                      <a:pt x="211595" y="202093"/>
                    </a:lnTo>
                    <a:cubicBezTo>
                      <a:pt x="208716" y="205105"/>
                      <a:pt x="203943" y="205238"/>
                      <a:pt x="200912" y="202358"/>
                    </a:cubicBezTo>
                    <a:cubicBezTo>
                      <a:pt x="197900" y="199479"/>
                      <a:pt x="197767" y="194706"/>
                      <a:pt x="200647" y="191675"/>
                    </a:cubicBezTo>
                    <a:lnTo>
                      <a:pt x="225404" y="165706"/>
                    </a:lnTo>
                    <a:lnTo>
                      <a:pt x="200647" y="139737"/>
                    </a:lnTo>
                    <a:cubicBezTo>
                      <a:pt x="197748" y="136744"/>
                      <a:pt x="197881" y="131952"/>
                      <a:pt x="200893" y="129092"/>
                    </a:cubicBez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21ECF4B5-B4F0-5A1F-9B07-055A7622E7FA}"/>
                  </a:ext>
                </a:extLst>
              </p:cNvPr>
              <p:cNvSpPr/>
              <p:nvPr/>
            </p:nvSpPr>
            <p:spPr>
              <a:xfrm>
                <a:off x="4891016" y="3747195"/>
                <a:ext cx="58775" cy="57772"/>
              </a:xfrm>
              <a:custGeom>
                <a:avLst/>
                <a:gdLst>
                  <a:gd name="connsiteX0" fmla="*/ 0 w 58775"/>
                  <a:gd name="connsiteY0" fmla="*/ 0 h 57772"/>
                  <a:gd name="connsiteX1" fmla="*/ 0 w 58775"/>
                  <a:gd name="connsiteY1" fmla="*/ 57772 h 57772"/>
                  <a:gd name="connsiteX2" fmla="*/ 58776 w 58775"/>
                  <a:gd name="connsiteY2" fmla="*/ 57772 h 57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775" h="57772">
                    <a:moveTo>
                      <a:pt x="0" y="0"/>
                    </a:moveTo>
                    <a:lnTo>
                      <a:pt x="0" y="57772"/>
                    </a:lnTo>
                    <a:lnTo>
                      <a:pt x="58776" y="57772"/>
                    </a:ln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B89B9D63-98F7-E746-702A-27201783F0C0}"/>
                  </a:ext>
                </a:extLst>
              </p:cNvPr>
              <p:cNvSpPr/>
              <p:nvPr/>
            </p:nvSpPr>
            <p:spPr>
              <a:xfrm>
                <a:off x="4668734" y="4116730"/>
                <a:ext cx="291968" cy="30647"/>
              </a:xfrm>
              <a:custGeom>
                <a:avLst/>
                <a:gdLst>
                  <a:gd name="connsiteX0" fmla="*/ 0 w 291968"/>
                  <a:gd name="connsiteY0" fmla="*/ 0 h 30647"/>
                  <a:gd name="connsiteX1" fmla="*/ 291969 w 291968"/>
                  <a:gd name="connsiteY1" fmla="*/ 0 h 30647"/>
                  <a:gd name="connsiteX2" fmla="*/ 291969 w 291968"/>
                  <a:gd name="connsiteY2" fmla="*/ 30648 h 30647"/>
                  <a:gd name="connsiteX3" fmla="*/ 0 w 291968"/>
                  <a:gd name="connsiteY3" fmla="*/ 30648 h 30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968" h="30647">
                    <a:moveTo>
                      <a:pt x="0" y="0"/>
                    </a:moveTo>
                    <a:lnTo>
                      <a:pt x="291969" y="0"/>
                    </a:lnTo>
                    <a:lnTo>
                      <a:pt x="291969" y="30648"/>
                    </a:lnTo>
                    <a:lnTo>
                      <a:pt x="0" y="30648"/>
                    </a:ln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99E50035-194A-93B5-E4A4-6134FFFFF3E1}"/>
                </a:ext>
              </a:extLst>
            </p:cNvPr>
            <p:cNvSpPr/>
            <p:nvPr/>
          </p:nvSpPr>
          <p:spPr>
            <a:xfrm>
              <a:off x="4524309" y="4304374"/>
              <a:ext cx="391466" cy="112014"/>
            </a:xfrm>
            <a:custGeom>
              <a:avLst/>
              <a:gdLst/>
              <a:ahLst/>
              <a:cxnLst/>
              <a:rect l="l" t="t" r="r" b="b"/>
              <a:pathLst>
                <a:path w="391466" h="112014">
                  <a:moveTo>
                    <a:pt x="173520" y="34635"/>
                  </a:moveTo>
                  <a:lnTo>
                    <a:pt x="180324" y="34635"/>
                  </a:lnTo>
                  <a:cubicBezTo>
                    <a:pt x="184451" y="34635"/>
                    <a:pt x="187785" y="35189"/>
                    <a:pt x="190326" y="36298"/>
                  </a:cubicBezTo>
                  <a:cubicBezTo>
                    <a:pt x="192866" y="37406"/>
                    <a:pt x="194947" y="38949"/>
                    <a:pt x="196567" y="40928"/>
                  </a:cubicBezTo>
                  <a:cubicBezTo>
                    <a:pt x="198187" y="42906"/>
                    <a:pt x="199364" y="45242"/>
                    <a:pt x="200097" y="47937"/>
                  </a:cubicBezTo>
                  <a:cubicBezTo>
                    <a:pt x="200830" y="50631"/>
                    <a:pt x="201197" y="53547"/>
                    <a:pt x="201197" y="56685"/>
                  </a:cubicBezTo>
                  <a:cubicBezTo>
                    <a:pt x="201197" y="60505"/>
                    <a:pt x="200779" y="63847"/>
                    <a:pt x="199944" y="66712"/>
                  </a:cubicBezTo>
                  <a:cubicBezTo>
                    <a:pt x="199108" y="69577"/>
                    <a:pt x="197846" y="71973"/>
                    <a:pt x="196158" y="73900"/>
                  </a:cubicBezTo>
                  <a:cubicBezTo>
                    <a:pt x="194469" y="75827"/>
                    <a:pt x="192363" y="77268"/>
                    <a:pt x="189840" y="78223"/>
                  </a:cubicBezTo>
                  <a:cubicBezTo>
                    <a:pt x="187316" y="79178"/>
                    <a:pt x="184212" y="79656"/>
                    <a:pt x="180528" y="79656"/>
                  </a:cubicBezTo>
                  <a:lnTo>
                    <a:pt x="173520" y="79656"/>
                  </a:lnTo>
                  <a:close/>
                  <a:moveTo>
                    <a:pt x="164106" y="24096"/>
                  </a:moveTo>
                  <a:cubicBezTo>
                    <a:pt x="162981" y="24096"/>
                    <a:pt x="162034" y="24429"/>
                    <a:pt x="161267" y="25094"/>
                  </a:cubicBezTo>
                  <a:cubicBezTo>
                    <a:pt x="160499" y="25759"/>
                    <a:pt x="160116" y="26842"/>
                    <a:pt x="160116" y="28342"/>
                  </a:cubicBezTo>
                  <a:lnTo>
                    <a:pt x="160116" y="86050"/>
                  </a:lnTo>
                  <a:cubicBezTo>
                    <a:pt x="160116" y="87551"/>
                    <a:pt x="160499" y="88634"/>
                    <a:pt x="161267" y="89299"/>
                  </a:cubicBezTo>
                  <a:cubicBezTo>
                    <a:pt x="162034" y="89964"/>
                    <a:pt x="162981" y="90297"/>
                    <a:pt x="164106" y="90297"/>
                  </a:cubicBezTo>
                  <a:lnTo>
                    <a:pt x="179915" y="90297"/>
                  </a:lnTo>
                  <a:cubicBezTo>
                    <a:pt x="185781" y="90297"/>
                    <a:pt x="190837" y="89657"/>
                    <a:pt x="195083" y="88378"/>
                  </a:cubicBezTo>
                  <a:cubicBezTo>
                    <a:pt x="199330" y="87099"/>
                    <a:pt x="202936" y="85096"/>
                    <a:pt x="205904" y="82367"/>
                  </a:cubicBezTo>
                  <a:cubicBezTo>
                    <a:pt x="208871" y="79638"/>
                    <a:pt x="211148" y="76117"/>
                    <a:pt x="212733" y="71803"/>
                  </a:cubicBezTo>
                  <a:cubicBezTo>
                    <a:pt x="214319" y="67488"/>
                    <a:pt x="215112" y="62295"/>
                    <a:pt x="215112" y="56224"/>
                  </a:cubicBezTo>
                  <a:cubicBezTo>
                    <a:pt x="215112" y="50972"/>
                    <a:pt x="214379" y="46351"/>
                    <a:pt x="212913" y="42360"/>
                  </a:cubicBezTo>
                  <a:cubicBezTo>
                    <a:pt x="211446" y="38370"/>
                    <a:pt x="209306" y="35019"/>
                    <a:pt x="206492" y="32307"/>
                  </a:cubicBezTo>
                  <a:cubicBezTo>
                    <a:pt x="203678" y="29596"/>
                    <a:pt x="200216" y="27549"/>
                    <a:pt x="196107" y="26168"/>
                  </a:cubicBezTo>
                  <a:cubicBezTo>
                    <a:pt x="191997" y="24787"/>
                    <a:pt x="186992" y="24096"/>
                    <a:pt x="181091" y="24096"/>
                  </a:cubicBezTo>
                  <a:close/>
                  <a:moveTo>
                    <a:pt x="233544" y="23789"/>
                  </a:moveTo>
                  <a:cubicBezTo>
                    <a:pt x="232248" y="23789"/>
                    <a:pt x="231165" y="23840"/>
                    <a:pt x="230295" y="23943"/>
                  </a:cubicBezTo>
                  <a:cubicBezTo>
                    <a:pt x="229425" y="24045"/>
                    <a:pt x="228735" y="24181"/>
                    <a:pt x="228223" y="24352"/>
                  </a:cubicBezTo>
                  <a:cubicBezTo>
                    <a:pt x="227712" y="24522"/>
                    <a:pt x="227345" y="24744"/>
                    <a:pt x="227123" y="25017"/>
                  </a:cubicBezTo>
                  <a:cubicBezTo>
                    <a:pt x="226902" y="25290"/>
                    <a:pt x="226791" y="25614"/>
                    <a:pt x="226791" y="25989"/>
                  </a:cubicBezTo>
                  <a:lnTo>
                    <a:pt x="226791" y="88353"/>
                  </a:lnTo>
                  <a:cubicBezTo>
                    <a:pt x="226791" y="88728"/>
                    <a:pt x="226902" y="89052"/>
                    <a:pt x="227123" y="89325"/>
                  </a:cubicBezTo>
                  <a:cubicBezTo>
                    <a:pt x="227345" y="89598"/>
                    <a:pt x="227712" y="89828"/>
                    <a:pt x="228223" y="90015"/>
                  </a:cubicBezTo>
                  <a:cubicBezTo>
                    <a:pt x="228735" y="90203"/>
                    <a:pt x="229425" y="90348"/>
                    <a:pt x="230295" y="90450"/>
                  </a:cubicBezTo>
                  <a:cubicBezTo>
                    <a:pt x="231165" y="90553"/>
                    <a:pt x="232248" y="90604"/>
                    <a:pt x="233544" y="90604"/>
                  </a:cubicBezTo>
                  <a:cubicBezTo>
                    <a:pt x="234874" y="90604"/>
                    <a:pt x="235965" y="90553"/>
                    <a:pt x="236818" y="90450"/>
                  </a:cubicBezTo>
                  <a:cubicBezTo>
                    <a:pt x="237671" y="90348"/>
                    <a:pt x="238353" y="90203"/>
                    <a:pt x="238864" y="90015"/>
                  </a:cubicBezTo>
                  <a:cubicBezTo>
                    <a:pt x="239376" y="89828"/>
                    <a:pt x="239734" y="89598"/>
                    <a:pt x="239939" y="89325"/>
                  </a:cubicBezTo>
                  <a:cubicBezTo>
                    <a:pt x="240143" y="89052"/>
                    <a:pt x="240246" y="88728"/>
                    <a:pt x="240246" y="88353"/>
                  </a:cubicBezTo>
                  <a:lnTo>
                    <a:pt x="240246" y="56941"/>
                  </a:lnTo>
                  <a:lnTo>
                    <a:pt x="260249" y="88353"/>
                  </a:lnTo>
                  <a:cubicBezTo>
                    <a:pt x="260488" y="88830"/>
                    <a:pt x="260820" y="89239"/>
                    <a:pt x="261247" y="89581"/>
                  </a:cubicBezTo>
                  <a:cubicBezTo>
                    <a:pt x="261673" y="89922"/>
                    <a:pt x="262372" y="90177"/>
                    <a:pt x="263344" y="90348"/>
                  </a:cubicBezTo>
                  <a:cubicBezTo>
                    <a:pt x="264316" y="90518"/>
                    <a:pt x="265911" y="90604"/>
                    <a:pt x="268128" y="90604"/>
                  </a:cubicBezTo>
                  <a:cubicBezTo>
                    <a:pt x="269526" y="90604"/>
                    <a:pt x="270686" y="90553"/>
                    <a:pt x="271607" y="90450"/>
                  </a:cubicBezTo>
                  <a:cubicBezTo>
                    <a:pt x="272527" y="90348"/>
                    <a:pt x="273252" y="90203"/>
                    <a:pt x="273781" y="90015"/>
                  </a:cubicBezTo>
                  <a:cubicBezTo>
                    <a:pt x="274310" y="89828"/>
                    <a:pt x="274668" y="89589"/>
                    <a:pt x="274855" y="89299"/>
                  </a:cubicBezTo>
                  <a:cubicBezTo>
                    <a:pt x="275043" y="89009"/>
                    <a:pt x="275137" y="88677"/>
                    <a:pt x="275137" y="88302"/>
                  </a:cubicBezTo>
                  <a:cubicBezTo>
                    <a:pt x="275137" y="88029"/>
                    <a:pt x="275060" y="87662"/>
                    <a:pt x="274906" y="87202"/>
                  </a:cubicBezTo>
                  <a:cubicBezTo>
                    <a:pt x="274753" y="86741"/>
                    <a:pt x="274301" y="85812"/>
                    <a:pt x="273551" y="84413"/>
                  </a:cubicBezTo>
                  <a:lnTo>
                    <a:pt x="253752" y="54485"/>
                  </a:lnTo>
                  <a:lnTo>
                    <a:pt x="271914" y="30696"/>
                  </a:lnTo>
                  <a:cubicBezTo>
                    <a:pt x="272766" y="29366"/>
                    <a:pt x="273346" y="28394"/>
                    <a:pt x="273653" y="27780"/>
                  </a:cubicBezTo>
                  <a:cubicBezTo>
                    <a:pt x="273960" y="27166"/>
                    <a:pt x="274113" y="26569"/>
                    <a:pt x="274113" y="25989"/>
                  </a:cubicBezTo>
                  <a:cubicBezTo>
                    <a:pt x="274113" y="25648"/>
                    <a:pt x="274011" y="25341"/>
                    <a:pt x="273806" y="25068"/>
                  </a:cubicBezTo>
                  <a:cubicBezTo>
                    <a:pt x="273602" y="24795"/>
                    <a:pt x="273235" y="24565"/>
                    <a:pt x="272707" y="24378"/>
                  </a:cubicBezTo>
                  <a:cubicBezTo>
                    <a:pt x="272178" y="24190"/>
                    <a:pt x="271470" y="24045"/>
                    <a:pt x="270583" y="23943"/>
                  </a:cubicBezTo>
                  <a:cubicBezTo>
                    <a:pt x="269697" y="23840"/>
                    <a:pt x="268571" y="23789"/>
                    <a:pt x="267207" y="23789"/>
                  </a:cubicBezTo>
                  <a:cubicBezTo>
                    <a:pt x="265877" y="23789"/>
                    <a:pt x="264785" y="23823"/>
                    <a:pt x="263933" y="23892"/>
                  </a:cubicBezTo>
                  <a:cubicBezTo>
                    <a:pt x="263080" y="23960"/>
                    <a:pt x="262381" y="24079"/>
                    <a:pt x="261835" y="24250"/>
                  </a:cubicBezTo>
                  <a:cubicBezTo>
                    <a:pt x="261289" y="24420"/>
                    <a:pt x="260846" y="24650"/>
                    <a:pt x="260505" y="24940"/>
                  </a:cubicBezTo>
                  <a:cubicBezTo>
                    <a:pt x="260164" y="25230"/>
                    <a:pt x="259874" y="25597"/>
                    <a:pt x="259635" y="26040"/>
                  </a:cubicBezTo>
                  <a:lnTo>
                    <a:pt x="240246" y="54178"/>
                  </a:lnTo>
                  <a:lnTo>
                    <a:pt x="240246" y="25989"/>
                  </a:lnTo>
                  <a:cubicBezTo>
                    <a:pt x="240246" y="25614"/>
                    <a:pt x="240143" y="25290"/>
                    <a:pt x="239939" y="25017"/>
                  </a:cubicBezTo>
                  <a:cubicBezTo>
                    <a:pt x="239734" y="24744"/>
                    <a:pt x="239376" y="24522"/>
                    <a:pt x="238864" y="24352"/>
                  </a:cubicBezTo>
                  <a:cubicBezTo>
                    <a:pt x="238353" y="24181"/>
                    <a:pt x="237671" y="24045"/>
                    <a:pt x="236818" y="23943"/>
                  </a:cubicBezTo>
                  <a:cubicBezTo>
                    <a:pt x="235965" y="23840"/>
                    <a:pt x="234874" y="23789"/>
                    <a:pt x="233544" y="23789"/>
                  </a:cubicBezTo>
                  <a:close/>
                  <a:moveTo>
                    <a:pt x="131829" y="22919"/>
                  </a:moveTo>
                  <a:cubicBezTo>
                    <a:pt x="128794" y="22919"/>
                    <a:pt x="125920" y="23312"/>
                    <a:pt x="123209" y="24096"/>
                  </a:cubicBezTo>
                  <a:cubicBezTo>
                    <a:pt x="120497" y="24881"/>
                    <a:pt x="118144" y="26066"/>
                    <a:pt x="116149" y="27652"/>
                  </a:cubicBezTo>
                  <a:cubicBezTo>
                    <a:pt x="114153" y="29238"/>
                    <a:pt x="112568" y="31233"/>
                    <a:pt x="111391" y="33637"/>
                  </a:cubicBezTo>
                  <a:cubicBezTo>
                    <a:pt x="110214" y="36042"/>
                    <a:pt x="109626" y="38830"/>
                    <a:pt x="109626" y="42002"/>
                  </a:cubicBezTo>
                  <a:cubicBezTo>
                    <a:pt x="109626" y="44765"/>
                    <a:pt x="110035" y="47135"/>
                    <a:pt x="110854" y="49113"/>
                  </a:cubicBezTo>
                  <a:cubicBezTo>
                    <a:pt x="111672" y="51091"/>
                    <a:pt x="112738" y="52805"/>
                    <a:pt x="114051" y="54255"/>
                  </a:cubicBezTo>
                  <a:cubicBezTo>
                    <a:pt x="115364" y="55704"/>
                    <a:pt x="116856" y="56949"/>
                    <a:pt x="118528" y="57989"/>
                  </a:cubicBezTo>
                  <a:cubicBezTo>
                    <a:pt x="120199" y="59030"/>
                    <a:pt x="121921" y="59959"/>
                    <a:pt x="123695" y="60778"/>
                  </a:cubicBezTo>
                  <a:cubicBezTo>
                    <a:pt x="125468" y="61596"/>
                    <a:pt x="127191" y="62372"/>
                    <a:pt x="128862" y="63105"/>
                  </a:cubicBezTo>
                  <a:cubicBezTo>
                    <a:pt x="130533" y="63839"/>
                    <a:pt x="132025" y="64623"/>
                    <a:pt x="133338" y="65459"/>
                  </a:cubicBezTo>
                  <a:cubicBezTo>
                    <a:pt x="134651" y="66294"/>
                    <a:pt x="135717" y="67249"/>
                    <a:pt x="136536" y="68324"/>
                  </a:cubicBezTo>
                  <a:cubicBezTo>
                    <a:pt x="137354" y="69398"/>
                    <a:pt x="137764" y="70686"/>
                    <a:pt x="137764" y="72186"/>
                  </a:cubicBezTo>
                  <a:cubicBezTo>
                    <a:pt x="137764" y="73482"/>
                    <a:pt x="137525" y="74659"/>
                    <a:pt x="137047" y="75716"/>
                  </a:cubicBezTo>
                  <a:cubicBezTo>
                    <a:pt x="136570" y="76774"/>
                    <a:pt x="135879" y="77660"/>
                    <a:pt x="134975" y="78377"/>
                  </a:cubicBezTo>
                  <a:cubicBezTo>
                    <a:pt x="134072" y="79093"/>
                    <a:pt x="132972" y="79647"/>
                    <a:pt x="131676" y="80039"/>
                  </a:cubicBezTo>
                  <a:cubicBezTo>
                    <a:pt x="130380" y="80431"/>
                    <a:pt x="128913" y="80628"/>
                    <a:pt x="127276" y="80628"/>
                  </a:cubicBezTo>
                  <a:cubicBezTo>
                    <a:pt x="124786" y="80628"/>
                    <a:pt x="122595" y="80346"/>
                    <a:pt x="120702" y="79783"/>
                  </a:cubicBezTo>
                  <a:cubicBezTo>
                    <a:pt x="118809" y="79221"/>
                    <a:pt x="117180" y="78598"/>
                    <a:pt x="115816" y="77916"/>
                  </a:cubicBezTo>
                  <a:cubicBezTo>
                    <a:pt x="114452" y="77234"/>
                    <a:pt x="113335" y="76612"/>
                    <a:pt x="112465" y="76049"/>
                  </a:cubicBezTo>
                  <a:cubicBezTo>
                    <a:pt x="111595" y="75486"/>
                    <a:pt x="110922" y="75205"/>
                    <a:pt x="110444" y="75205"/>
                  </a:cubicBezTo>
                  <a:cubicBezTo>
                    <a:pt x="110103" y="75205"/>
                    <a:pt x="109805" y="75298"/>
                    <a:pt x="109549" y="75486"/>
                  </a:cubicBezTo>
                  <a:cubicBezTo>
                    <a:pt x="109293" y="75674"/>
                    <a:pt x="109089" y="75989"/>
                    <a:pt x="108935" y="76432"/>
                  </a:cubicBezTo>
                  <a:cubicBezTo>
                    <a:pt x="108782" y="76876"/>
                    <a:pt x="108671" y="77456"/>
                    <a:pt x="108603" y="78172"/>
                  </a:cubicBezTo>
                  <a:cubicBezTo>
                    <a:pt x="108534" y="78888"/>
                    <a:pt x="108500" y="79775"/>
                    <a:pt x="108500" y="80832"/>
                  </a:cubicBezTo>
                  <a:cubicBezTo>
                    <a:pt x="108500" y="82401"/>
                    <a:pt x="108594" y="83603"/>
                    <a:pt x="108782" y="84439"/>
                  </a:cubicBezTo>
                  <a:cubicBezTo>
                    <a:pt x="108969" y="85275"/>
                    <a:pt x="109285" y="85914"/>
                    <a:pt x="109728" y="86357"/>
                  </a:cubicBezTo>
                  <a:cubicBezTo>
                    <a:pt x="110172" y="86801"/>
                    <a:pt x="110896" y="87312"/>
                    <a:pt x="111902" y="87892"/>
                  </a:cubicBezTo>
                  <a:cubicBezTo>
                    <a:pt x="112909" y="88472"/>
                    <a:pt x="114162" y="89026"/>
                    <a:pt x="115663" y="89555"/>
                  </a:cubicBezTo>
                  <a:cubicBezTo>
                    <a:pt x="117163" y="90084"/>
                    <a:pt x="118894" y="90535"/>
                    <a:pt x="120855" y="90911"/>
                  </a:cubicBezTo>
                  <a:cubicBezTo>
                    <a:pt x="122816" y="91286"/>
                    <a:pt x="124940" y="91473"/>
                    <a:pt x="127225" y="91473"/>
                  </a:cubicBezTo>
                  <a:cubicBezTo>
                    <a:pt x="130601" y="91473"/>
                    <a:pt x="133773" y="91030"/>
                    <a:pt x="136740" y="90143"/>
                  </a:cubicBezTo>
                  <a:cubicBezTo>
                    <a:pt x="139708" y="89256"/>
                    <a:pt x="142300" y="87935"/>
                    <a:pt x="144517" y="86178"/>
                  </a:cubicBezTo>
                  <a:cubicBezTo>
                    <a:pt x="146734" y="84422"/>
                    <a:pt x="148490" y="82231"/>
                    <a:pt x="149786" y="79604"/>
                  </a:cubicBezTo>
                  <a:cubicBezTo>
                    <a:pt x="151082" y="76978"/>
                    <a:pt x="151730" y="73926"/>
                    <a:pt x="151730" y="70447"/>
                  </a:cubicBezTo>
                  <a:cubicBezTo>
                    <a:pt x="151730" y="67786"/>
                    <a:pt x="151321" y="65476"/>
                    <a:pt x="150502" y="63515"/>
                  </a:cubicBezTo>
                  <a:cubicBezTo>
                    <a:pt x="149684" y="61554"/>
                    <a:pt x="148609" y="59848"/>
                    <a:pt x="147279" y="58399"/>
                  </a:cubicBezTo>
                  <a:cubicBezTo>
                    <a:pt x="145949" y="56949"/>
                    <a:pt x="144431" y="55704"/>
                    <a:pt x="142726" y="54664"/>
                  </a:cubicBezTo>
                  <a:cubicBezTo>
                    <a:pt x="141021" y="53624"/>
                    <a:pt x="139281" y="52694"/>
                    <a:pt x="137508" y="51876"/>
                  </a:cubicBezTo>
                  <a:cubicBezTo>
                    <a:pt x="135734" y="51057"/>
                    <a:pt x="133995" y="50281"/>
                    <a:pt x="132290" y="49548"/>
                  </a:cubicBezTo>
                  <a:cubicBezTo>
                    <a:pt x="130584" y="48815"/>
                    <a:pt x="129058" y="48030"/>
                    <a:pt x="127711" y="47195"/>
                  </a:cubicBezTo>
                  <a:cubicBezTo>
                    <a:pt x="126364" y="46359"/>
                    <a:pt x="125289" y="45404"/>
                    <a:pt x="124488" y="44330"/>
                  </a:cubicBezTo>
                  <a:cubicBezTo>
                    <a:pt x="123686" y="43255"/>
                    <a:pt x="123285" y="41985"/>
                    <a:pt x="123285" y="40518"/>
                  </a:cubicBezTo>
                  <a:cubicBezTo>
                    <a:pt x="123285" y="39529"/>
                    <a:pt x="123465" y="38591"/>
                    <a:pt x="123823" y="37705"/>
                  </a:cubicBezTo>
                  <a:cubicBezTo>
                    <a:pt x="124181" y="36818"/>
                    <a:pt x="124726" y="36059"/>
                    <a:pt x="125460" y="35428"/>
                  </a:cubicBezTo>
                  <a:cubicBezTo>
                    <a:pt x="126193" y="34797"/>
                    <a:pt x="127105" y="34302"/>
                    <a:pt x="128197" y="33944"/>
                  </a:cubicBezTo>
                  <a:cubicBezTo>
                    <a:pt x="129288" y="33586"/>
                    <a:pt x="130567" y="33407"/>
                    <a:pt x="132034" y="33407"/>
                  </a:cubicBezTo>
                  <a:cubicBezTo>
                    <a:pt x="133910" y="33407"/>
                    <a:pt x="135632" y="33637"/>
                    <a:pt x="137201" y="34098"/>
                  </a:cubicBezTo>
                  <a:cubicBezTo>
                    <a:pt x="138770" y="34558"/>
                    <a:pt x="140151" y="35070"/>
                    <a:pt x="141345" y="35633"/>
                  </a:cubicBezTo>
                  <a:cubicBezTo>
                    <a:pt x="142539" y="36195"/>
                    <a:pt x="143545" y="36716"/>
                    <a:pt x="144363" y="37193"/>
                  </a:cubicBezTo>
                  <a:cubicBezTo>
                    <a:pt x="145182" y="37671"/>
                    <a:pt x="145779" y="37909"/>
                    <a:pt x="146154" y="37909"/>
                  </a:cubicBezTo>
                  <a:cubicBezTo>
                    <a:pt x="146529" y="37909"/>
                    <a:pt x="146827" y="37807"/>
                    <a:pt x="147049" y="37602"/>
                  </a:cubicBezTo>
                  <a:cubicBezTo>
                    <a:pt x="147271" y="37398"/>
                    <a:pt x="147441" y="37074"/>
                    <a:pt x="147561" y="36630"/>
                  </a:cubicBezTo>
                  <a:cubicBezTo>
                    <a:pt x="147680" y="36187"/>
                    <a:pt x="147765" y="35624"/>
                    <a:pt x="147817" y="34942"/>
                  </a:cubicBezTo>
                  <a:cubicBezTo>
                    <a:pt x="147868" y="34260"/>
                    <a:pt x="147893" y="33424"/>
                    <a:pt x="147893" y="32435"/>
                  </a:cubicBezTo>
                  <a:cubicBezTo>
                    <a:pt x="147893" y="31548"/>
                    <a:pt x="147876" y="30807"/>
                    <a:pt x="147842" y="30210"/>
                  </a:cubicBezTo>
                  <a:cubicBezTo>
                    <a:pt x="147808" y="29613"/>
                    <a:pt x="147748" y="29118"/>
                    <a:pt x="147663" y="28726"/>
                  </a:cubicBezTo>
                  <a:cubicBezTo>
                    <a:pt x="147578" y="28334"/>
                    <a:pt x="147475" y="28018"/>
                    <a:pt x="147356" y="27780"/>
                  </a:cubicBezTo>
                  <a:cubicBezTo>
                    <a:pt x="147237" y="27541"/>
                    <a:pt x="147006" y="27251"/>
                    <a:pt x="146665" y="26910"/>
                  </a:cubicBezTo>
                  <a:cubicBezTo>
                    <a:pt x="146324" y="26569"/>
                    <a:pt x="145625" y="26143"/>
                    <a:pt x="144568" y="25631"/>
                  </a:cubicBezTo>
                  <a:cubicBezTo>
                    <a:pt x="143511" y="25119"/>
                    <a:pt x="142300" y="24659"/>
                    <a:pt x="140936" y="24250"/>
                  </a:cubicBezTo>
                  <a:cubicBezTo>
                    <a:pt x="139571" y="23840"/>
                    <a:pt x="138105" y="23516"/>
                    <a:pt x="136536" y="23278"/>
                  </a:cubicBezTo>
                  <a:cubicBezTo>
                    <a:pt x="134967" y="23039"/>
                    <a:pt x="133398" y="22919"/>
                    <a:pt x="131829" y="22919"/>
                  </a:cubicBezTo>
                  <a:close/>
                  <a:moveTo>
                    <a:pt x="0" y="0"/>
                  </a:moveTo>
                  <a:lnTo>
                    <a:pt x="391466" y="0"/>
                  </a:lnTo>
                  <a:lnTo>
                    <a:pt x="391466" y="112014"/>
                  </a:lnTo>
                  <a:lnTo>
                    <a:pt x="0" y="1120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CEA7C18-EB71-ACDA-A0E3-16DF91C3C2B6}"/>
              </a:ext>
            </a:extLst>
          </p:cNvPr>
          <p:cNvGrpSpPr/>
          <p:nvPr/>
        </p:nvGrpSpPr>
        <p:grpSpPr>
          <a:xfrm>
            <a:off x="5060324" y="4008563"/>
            <a:ext cx="391466" cy="452555"/>
            <a:chOff x="5060324" y="4008563"/>
            <a:chExt cx="391466" cy="452555"/>
          </a:xfrm>
        </p:grpSpPr>
        <p:grpSp>
          <p:nvGrpSpPr>
            <p:cNvPr id="100" name="Graphic 19">
              <a:extLst>
                <a:ext uri="{FF2B5EF4-FFF2-40B4-BE49-F238E27FC236}">
                  <a16:creationId xmlns:a16="http://schemas.microsoft.com/office/drawing/2014/main" id="{5BE70359-6CA9-E96A-71CE-83170BEAFAFC}"/>
                </a:ext>
              </a:extLst>
            </p:cNvPr>
            <p:cNvGrpSpPr/>
            <p:nvPr/>
          </p:nvGrpSpPr>
          <p:grpSpPr>
            <a:xfrm>
              <a:off x="5094607" y="4008563"/>
              <a:ext cx="322903" cy="452555"/>
              <a:chOff x="4668734" y="3736737"/>
              <a:chExt cx="291968" cy="410640"/>
            </a:xfrm>
            <a:solidFill>
              <a:schemeClr val="tx2"/>
            </a:solidFill>
          </p:grpSpPr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051F44BB-CD40-C617-1664-38DE88D5A97C}"/>
                  </a:ext>
                </a:extLst>
              </p:cNvPr>
              <p:cNvSpPr/>
              <p:nvPr/>
            </p:nvSpPr>
            <p:spPr>
              <a:xfrm>
                <a:off x="4668734" y="3736737"/>
                <a:ext cx="291949" cy="248081"/>
              </a:xfrm>
              <a:custGeom>
                <a:avLst/>
                <a:gdLst>
                  <a:gd name="connsiteX0" fmla="*/ 0 w 291949"/>
                  <a:gd name="connsiteY0" fmla="*/ 2 h 248081"/>
                  <a:gd name="connsiteX1" fmla="*/ 0 w 291949"/>
                  <a:gd name="connsiteY1" fmla="*/ 248082 h 248081"/>
                  <a:gd name="connsiteX2" fmla="*/ 291949 w 291949"/>
                  <a:gd name="connsiteY2" fmla="*/ 248082 h 248081"/>
                  <a:gd name="connsiteX3" fmla="*/ 291949 w 291949"/>
                  <a:gd name="connsiteY3" fmla="*/ 83363 h 248081"/>
                  <a:gd name="connsiteX4" fmla="*/ 214703 w 291949"/>
                  <a:gd name="connsiteY4" fmla="*/ 83363 h 248081"/>
                  <a:gd name="connsiteX5" fmla="*/ 207127 w 291949"/>
                  <a:gd name="connsiteY5" fmla="*/ 75786 h 248081"/>
                  <a:gd name="connsiteX6" fmla="*/ 207145 w 291949"/>
                  <a:gd name="connsiteY6" fmla="*/ 0 h 248081"/>
                  <a:gd name="connsiteX7" fmla="*/ 161552 w 291949"/>
                  <a:gd name="connsiteY7" fmla="*/ 120662 h 248081"/>
                  <a:gd name="connsiteX8" fmla="*/ 166231 w 291949"/>
                  <a:gd name="connsiteY8" fmla="*/ 130247 h 248081"/>
                  <a:gd name="connsiteX9" fmla="*/ 139977 w 291949"/>
                  <a:gd name="connsiteY9" fmla="*/ 206111 h 248081"/>
                  <a:gd name="connsiteX10" fmla="*/ 130393 w 291949"/>
                  <a:gd name="connsiteY10" fmla="*/ 210790 h 248081"/>
                  <a:gd name="connsiteX11" fmla="*/ 125714 w 291949"/>
                  <a:gd name="connsiteY11" fmla="*/ 201205 h 248081"/>
                  <a:gd name="connsiteX12" fmla="*/ 151968 w 291949"/>
                  <a:gd name="connsiteY12" fmla="*/ 125341 h 248081"/>
                  <a:gd name="connsiteX13" fmla="*/ 161552 w 291949"/>
                  <a:gd name="connsiteY13" fmla="*/ 120662 h 248081"/>
                  <a:gd name="connsiteX14" fmla="*/ 91051 w 291949"/>
                  <a:gd name="connsiteY14" fmla="*/ 129092 h 248081"/>
                  <a:gd name="connsiteX15" fmla="*/ 91317 w 291949"/>
                  <a:gd name="connsiteY15" fmla="*/ 139775 h 248081"/>
                  <a:gd name="connsiteX16" fmla="*/ 66560 w 291949"/>
                  <a:gd name="connsiteY16" fmla="*/ 165744 h 248081"/>
                  <a:gd name="connsiteX17" fmla="*/ 91317 w 291949"/>
                  <a:gd name="connsiteY17" fmla="*/ 191713 h 248081"/>
                  <a:gd name="connsiteX18" fmla="*/ 91051 w 291949"/>
                  <a:gd name="connsiteY18" fmla="*/ 202396 h 248081"/>
                  <a:gd name="connsiteX19" fmla="*/ 80368 w 291949"/>
                  <a:gd name="connsiteY19" fmla="*/ 202131 h 248081"/>
                  <a:gd name="connsiteX20" fmla="*/ 51027 w 291949"/>
                  <a:gd name="connsiteY20" fmla="*/ 171369 h 248081"/>
                  <a:gd name="connsiteX21" fmla="*/ 50895 w 291949"/>
                  <a:gd name="connsiteY21" fmla="*/ 171237 h 248081"/>
                  <a:gd name="connsiteX22" fmla="*/ 50649 w 291949"/>
                  <a:gd name="connsiteY22" fmla="*/ 160535 h 248081"/>
                  <a:gd name="connsiteX23" fmla="*/ 50668 w 291949"/>
                  <a:gd name="connsiteY23" fmla="*/ 160554 h 248081"/>
                  <a:gd name="connsiteX24" fmla="*/ 80387 w 291949"/>
                  <a:gd name="connsiteY24" fmla="*/ 129395 h 248081"/>
                  <a:gd name="connsiteX25" fmla="*/ 91051 w 291949"/>
                  <a:gd name="connsiteY25" fmla="*/ 129092 h 248081"/>
                  <a:gd name="connsiteX26" fmla="*/ 200893 w 291949"/>
                  <a:gd name="connsiteY26" fmla="*/ 129092 h 248081"/>
                  <a:gd name="connsiteX27" fmla="*/ 211576 w 291949"/>
                  <a:gd name="connsiteY27" fmla="*/ 129357 h 248081"/>
                  <a:gd name="connsiteX28" fmla="*/ 241296 w 291949"/>
                  <a:gd name="connsiteY28" fmla="*/ 160516 h 248081"/>
                  <a:gd name="connsiteX29" fmla="*/ 241315 w 291949"/>
                  <a:gd name="connsiteY29" fmla="*/ 160497 h 248081"/>
                  <a:gd name="connsiteX30" fmla="*/ 241068 w 291949"/>
                  <a:gd name="connsiteY30" fmla="*/ 171199 h 248081"/>
                  <a:gd name="connsiteX31" fmla="*/ 240936 w 291949"/>
                  <a:gd name="connsiteY31" fmla="*/ 171331 h 248081"/>
                  <a:gd name="connsiteX32" fmla="*/ 211595 w 291949"/>
                  <a:gd name="connsiteY32" fmla="*/ 202093 h 248081"/>
                  <a:gd name="connsiteX33" fmla="*/ 200912 w 291949"/>
                  <a:gd name="connsiteY33" fmla="*/ 202358 h 248081"/>
                  <a:gd name="connsiteX34" fmla="*/ 200647 w 291949"/>
                  <a:gd name="connsiteY34" fmla="*/ 191675 h 248081"/>
                  <a:gd name="connsiteX35" fmla="*/ 225404 w 291949"/>
                  <a:gd name="connsiteY35" fmla="*/ 165706 h 248081"/>
                  <a:gd name="connsiteX36" fmla="*/ 200647 w 291949"/>
                  <a:gd name="connsiteY36" fmla="*/ 139737 h 248081"/>
                  <a:gd name="connsiteX37" fmla="*/ 200893 w 291949"/>
                  <a:gd name="connsiteY37" fmla="*/ 129092 h 248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91949" h="248081">
                    <a:moveTo>
                      <a:pt x="0" y="2"/>
                    </a:moveTo>
                    <a:lnTo>
                      <a:pt x="0" y="248082"/>
                    </a:lnTo>
                    <a:lnTo>
                      <a:pt x="291949" y="248082"/>
                    </a:lnTo>
                    <a:lnTo>
                      <a:pt x="291949" y="83363"/>
                    </a:lnTo>
                    <a:lnTo>
                      <a:pt x="214703" y="83363"/>
                    </a:lnTo>
                    <a:cubicBezTo>
                      <a:pt x="210517" y="83363"/>
                      <a:pt x="207127" y="79973"/>
                      <a:pt x="207127" y="75786"/>
                    </a:cubicBezTo>
                    <a:lnTo>
                      <a:pt x="207145" y="0"/>
                    </a:lnTo>
                    <a:close/>
                    <a:moveTo>
                      <a:pt x="161552" y="120662"/>
                    </a:moveTo>
                    <a:cubicBezTo>
                      <a:pt x="165492" y="122026"/>
                      <a:pt x="167576" y="126307"/>
                      <a:pt x="166231" y="130247"/>
                    </a:cubicBezTo>
                    <a:lnTo>
                      <a:pt x="139977" y="206111"/>
                    </a:lnTo>
                    <a:cubicBezTo>
                      <a:pt x="138614" y="210051"/>
                      <a:pt x="134332" y="212135"/>
                      <a:pt x="130393" y="210790"/>
                    </a:cubicBezTo>
                    <a:cubicBezTo>
                      <a:pt x="126453" y="209426"/>
                      <a:pt x="124369" y="205145"/>
                      <a:pt x="125714" y="201205"/>
                    </a:cubicBezTo>
                    <a:lnTo>
                      <a:pt x="151968" y="125341"/>
                    </a:lnTo>
                    <a:cubicBezTo>
                      <a:pt x="153331" y="121401"/>
                      <a:pt x="157612" y="119317"/>
                      <a:pt x="161552" y="120662"/>
                    </a:cubicBezTo>
                    <a:close/>
                    <a:moveTo>
                      <a:pt x="91051" y="129092"/>
                    </a:moveTo>
                    <a:cubicBezTo>
                      <a:pt x="94063" y="131971"/>
                      <a:pt x="94196" y="136744"/>
                      <a:pt x="91317" y="139775"/>
                    </a:cubicBezTo>
                    <a:lnTo>
                      <a:pt x="66560" y="165744"/>
                    </a:lnTo>
                    <a:lnTo>
                      <a:pt x="91317" y="191713"/>
                    </a:lnTo>
                    <a:cubicBezTo>
                      <a:pt x="94196" y="194725"/>
                      <a:pt x="94063" y="199517"/>
                      <a:pt x="91051" y="202396"/>
                    </a:cubicBezTo>
                    <a:cubicBezTo>
                      <a:pt x="88040" y="205276"/>
                      <a:pt x="83247" y="205143"/>
                      <a:pt x="80368" y="202131"/>
                    </a:cubicBezTo>
                    <a:lnTo>
                      <a:pt x="51027" y="171369"/>
                    </a:lnTo>
                    <a:lnTo>
                      <a:pt x="50895" y="171237"/>
                    </a:lnTo>
                    <a:cubicBezTo>
                      <a:pt x="47864" y="168358"/>
                      <a:pt x="47750" y="163566"/>
                      <a:pt x="50649" y="160535"/>
                    </a:cubicBezTo>
                    <a:lnTo>
                      <a:pt x="50668" y="160554"/>
                    </a:lnTo>
                    <a:lnTo>
                      <a:pt x="80387" y="129395"/>
                    </a:lnTo>
                    <a:cubicBezTo>
                      <a:pt x="83247" y="126326"/>
                      <a:pt x="88021" y="126212"/>
                      <a:pt x="91051" y="129092"/>
                    </a:cubicBezTo>
                    <a:close/>
                    <a:moveTo>
                      <a:pt x="200893" y="129092"/>
                    </a:moveTo>
                    <a:cubicBezTo>
                      <a:pt x="203905" y="126213"/>
                      <a:pt x="208697" y="126345"/>
                      <a:pt x="211576" y="129357"/>
                    </a:cubicBezTo>
                    <a:lnTo>
                      <a:pt x="241296" y="160516"/>
                    </a:lnTo>
                    <a:lnTo>
                      <a:pt x="241315" y="160497"/>
                    </a:lnTo>
                    <a:cubicBezTo>
                      <a:pt x="244194" y="163528"/>
                      <a:pt x="244080" y="168320"/>
                      <a:pt x="241068" y="171199"/>
                    </a:cubicBezTo>
                    <a:lnTo>
                      <a:pt x="240936" y="171331"/>
                    </a:lnTo>
                    <a:lnTo>
                      <a:pt x="211595" y="202093"/>
                    </a:lnTo>
                    <a:cubicBezTo>
                      <a:pt x="208716" y="205105"/>
                      <a:pt x="203943" y="205238"/>
                      <a:pt x="200912" y="202358"/>
                    </a:cubicBezTo>
                    <a:cubicBezTo>
                      <a:pt x="197900" y="199479"/>
                      <a:pt x="197767" y="194706"/>
                      <a:pt x="200647" y="191675"/>
                    </a:cubicBezTo>
                    <a:lnTo>
                      <a:pt x="225404" y="165706"/>
                    </a:lnTo>
                    <a:lnTo>
                      <a:pt x="200647" y="139737"/>
                    </a:lnTo>
                    <a:cubicBezTo>
                      <a:pt x="197748" y="136744"/>
                      <a:pt x="197881" y="131952"/>
                      <a:pt x="200893" y="129092"/>
                    </a:cubicBez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BA4BDC8C-C13E-CAF0-2B27-EDCD8E7F12DE}"/>
                  </a:ext>
                </a:extLst>
              </p:cNvPr>
              <p:cNvSpPr/>
              <p:nvPr/>
            </p:nvSpPr>
            <p:spPr>
              <a:xfrm>
                <a:off x="4891016" y="3747195"/>
                <a:ext cx="58775" cy="57772"/>
              </a:xfrm>
              <a:custGeom>
                <a:avLst/>
                <a:gdLst>
                  <a:gd name="connsiteX0" fmla="*/ 0 w 58775"/>
                  <a:gd name="connsiteY0" fmla="*/ 0 h 57772"/>
                  <a:gd name="connsiteX1" fmla="*/ 0 w 58775"/>
                  <a:gd name="connsiteY1" fmla="*/ 57772 h 57772"/>
                  <a:gd name="connsiteX2" fmla="*/ 58776 w 58775"/>
                  <a:gd name="connsiteY2" fmla="*/ 57772 h 57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775" h="57772">
                    <a:moveTo>
                      <a:pt x="0" y="0"/>
                    </a:moveTo>
                    <a:lnTo>
                      <a:pt x="0" y="57772"/>
                    </a:lnTo>
                    <a:lnTo>
                      <a:pt x="58776" y="57772"/>
                    </a:ln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C20FFDDA-8355-DF00-E09A-0069A0195D4E}"/>
                  </a:ext>
                </a:extLst>
              </p:cNvPr>
              <p:cNvSpPr/>
              <p:nvPr/>
            </p:nvSpPr>
            <p:spPr>
              <a:xfrm>
                <a:off x="4668734" y="4116730"/>
                <a:ext cx="291968" cy="30647"/>
              </a:xfrm>
              <a:custGeom>
                <a:avLst/>
                <a:gdLst>
                  <a:gd name="connsiteX0" fmla="*/ 0 w 291968"/>
                  <a:gd name="connsiteY0" fmla="*/ 0 h 30647"/>
                  <a:gd name="connsiteX1" fmla="*/ 291969 w 291968"/>
                  <a:gd name="connsiteY1" fmla="*/ 0 h 30647"/>
                  <a:gd name="connsiteX2" fmla="*/ 291969 w 291968"/>
                  <a:gd name="connsiteY2" fmla="*/ 30648 h 30647"/>
                  <a:gd name="connsiteX3" fmla="*/ 0 w 291968"/>
                  <a:gd name="connsiteY3" fmla="*/ 30648 h 30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968" h="30647">
                    <a:moveTo>
                      <a:pt x="0" y="0"/>
                    </a:moveTo>
                    <a:lnTo>
                      <a:pt x="291969" y="0"/>
                    </a:lnTo>
                    <a:lnTo>
                      <a:pt x="291969" y="30648"/>
                    </a:lnTo>
                    <a:lnTo>
                      <a:pt x="0" y="30648"/>
                    </a:lnTo>
                    <a:close/>
                  </a:path>
                </a:pathLst>
              </a:custGeom>
              <a:solidFill>
                <a:schemeClr val="tx2"/>
              </a:solidFill>
              <a:ln w="48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5CE5FA2F-D4D3-F206-914B-81A72DD8EA58}"/>
                </a:ext>
              </a:extLst>
            </p:cNvPr>
            <p:cNvSpPr/>
            <p:nvPr/>
          </p:nvSpPr>
          <p:spPr>
            <a:xfrm>
              <a:off x="5060324" y="4298509"/>
              <a:ext cx="391466" cy="112014"/>
            </a:xfrm>
            <a:custGeom>
              <a:avLst/>
              <a:gdLst/>
              <a:ahLst/>
              <a:cxnLst/>
              <a:rect l="l" t="t" r="r" b="b"/>
              <a:pathLst>
                <a:path w="391466" h="112014">
                  <a:moveTo>
                    <a:pt x="159934" y="33970"/>
                  </a:moveTo>
                  <a:cubicBezTo>
                    <a:pt x="163209" y="33970"/>
                    <a:pt x="165937" y="34524"/>
                    <a:pt x="168120" y="35633"/>
                  </a:cubicBezTo>
                  <a:cubicBezTo>
                    <a:pt x="170303" y="36741"/>
                    <a:pt x="172051" y="38310"/>
                    <a:pt x="173364" y="40339"/>
                  </a:cubicBezTo>
                  <a:cubicBezTo>
                    <a:pt x="174677" y="42369"/>
                    <a:pt x="175606" y="44807"/>
                    <a:pt x="176152" y="47655"/>
                  </a:cubicBezTo>
                  <a:cubicBezTo>
                    <a:pt x="176698" y="50503"/>
                    <a:pt x="176971" y="53666"/>
                    <a:pt x="176971" y="57145"/>
                  </a:cubicBezTo>
                  <a:cubicBezTo>
                    <a:pt x="176971" y="60317"/>
                    <a:pt x="176689" y="63310"/>
                    <a:pt x="176126" y="66124"/>
                  </a:cubicBezTo>
                  <a:cubicBezTo>
                    <a:pt x="175564" y="68938"/>
                    <a:pt x="174600" y="71402"/>
                    <a:pt x="173236" y="73516"/>
                  </a:cubicBezTo>
                  <a:cubicBezTo>
                    <a:pt x="171872" y="75631"/>
                    <a:pt x="170081" y="77302"/>
                    <a:pt x="167864" y="78530"/>
                  </a:cubicBezTo>
                  <a:cubicBezTo>
                    <a:pt x="165647" y="79758"/>
                    <a:pt x="162885" y="80372"/>
                    <a:pt x="159576" y="80372"/>
                  </a:cubicBezTo>
                  <a:cubicBezTo>
                    <a:pt x="156268" y="80372"/>
                    <a:pt x="153522" y="79835"/>
                    <a:pt x="151340" y="78760"/>
                  </a:cubicBezTo>
                  <a:cubicBezTo>
                    <a:pt x="149157" y="77686"/>
                    <a:pt x="147417" y="76126"/>
                    <a:pt x="146121" y="74079"/>
                  </a:cubicBezTo>
                  <a:cubicBezTo>
                    <a:pt x="144825" y="72033"/>
                    <a:pt x="143904" y="69569"/>
                    <a:pt x="143359" y="66687"/>
                  </a:cubicBezTo>
                  <a:cubicBezTo>
                    <a:pt x="142813" y="63805"/>
                    <a:pt x="142540" y="60556"/>
                    <a:pt x="142540" y="56941"/>
                  </a:cubicBezTo>
                  <a:cubicBezTo>
                    <a:pt x="142540" y="53837"/>
                    <a:pt x="142821" y="50895"/>
                    <a:pt x="143384" y="48116"/>
                  </a:cubicBezTo>
                  <a:cubicBezTo>
                    <a:pt x="143947" y="45336"/>
                    <a:pt x="144910" y="42906"/>
                    <a:pt x="146275" y="40825"/>
                  </a:cubicBezTo>
                  <a:cubicBezTo>
                    <a:pt x="147639" y="38745"/>
                    <a:pt x="149430" y="37082"/>
                    <a:pt x="151647" y="35837"/>
                  </a:cubicBezTo>
                  <a:cubicBezTo>
                    <a:pt x="153863" y="34592"/>
                    <a:pt x="156626" y="33970"/>
                    <a:pt x="159934" y="33970"/>
                  </a:cubicBezTo>
                  <a:close/>
                  <a:moveTo>
                    <a:pt x="90669" y="23789"/>
                  </a:moveTo>
                  <a:cubicBezTo>
                    <a:pt x="89373" y="23789"/>
                    <a:pt x="88290" y="23840"/>
                    <a:pt x="87420" y="23943"/>
                  </a:cubicBezTo>
                  <a:cubicBezTo>
                    <a:pt x="86550" y="24045"/>
                    <a:pt x="85860" y="24181"/>
                    <a:pt x="85348" y="24352"/>
                  </a:cubicBezTo>
                  <a:cubicBezTo>
                    <a:pt x="84837" y="24522"/>
                    <a:pt x="84470" y="24744"/>
                    <a:pt x="84248" y="25017"/>
                  </a:cubicBezTo>
                  <a:cubicBezTo>
                    <a:pt x="84027" y="25290"/>
                    <a:pt x="83916" y="25597"/>
                    <a:pt x="83916" y="25938"/>
                  </a:cubicBezTo>
                  <a:lnTo>
                    <a:pt x="83916" y="86050"/>
                  </a:lnTo>
                  <a:cubicBezTo>
                    <a:pt x="83916" y="87551"/>
                    <a:pt x="84299" y="88634"/>
                    <a:pt x="85067" y="89299"/>
                  </a:cubicBezTo>
                  <a:cubicBezTo>
                    <a:pt x="85834" y="89964"/>
                    <a:pt x="86781" y="90297"/>
                    <a:pt x="87906" y="90297"/>
                  </a:cubicBezTo>
                  <a:lnTo>
                    <a:pt x="118244" y="90297"/>
                  </a:lnTo>
                  <a:cubicBezTo>
                    <a:pt x="118585" y="90297"/>
                    <a:pt x="118883" y="90194"/>
                    <a:pt x="119139" y="89990"/>
                  </a:cubicBezTo>
                  <a:cubicBezTo>
                    <a:pt x="119395" y="89785"/>
                    <a:pt x="119608" y="89453"/>
                    <a:pt x="119779" y="88992"/>
                  </a:cubicBezTo>
                  <a:cubicBezTo>
                    <a:pt x="119949" y="88532"/>
                    <a:pt x="120077" y="87952"/>
                    <a:pt x="120162" y="87253"/>
                  </a:cubicBezTo>
                  <a:cubicBezTo>
                    <a:pt x="120248" y="86554"/>
                    <a:pt x="120290" y="85692"/>
                    <a:pt x="120290" y="84669"/>
                  </a:cubicBezTo>
                  <a:cubicBezTo>
                    <a:pt x="120290" y="83646"/>
                    <a:pt x="120248" y="82785"/>
                    <a:pt x="120162" y="82086"/>
                  </a:cubicBezTo>
                  <a:cubicBezTo>
                    <a:pt x="120077" y="81386"/>
                    <a:pt x="119949" y="80824"/>
                    <a:pt x="119779" y="80397"/>
                  </a:cubicBezTo>
                  <a:cubicBezTo>
                    <a:pt x="119608" y="79971"/>
                    <a:pt x="119395" y="79664"/>
                    <a:pt x="119139" y="79476"/>
                  </a:cubicBezTo>
                  <a:cubicBezTo>
                    <a:pt x="118883" y="79289"/>
                    <a:pt x="118585" y="79195"/>
                    <a:pt x="118244" y="79195"/>
                  </a:cubicBezTo>
                  <a:lnTo>
                    <a:pt x="97422" y="79195"/>
                  </a:lnTo>
                  <a:lnTo>
                    <a:pt x="97422" y="25938"/>
                  </a:lnTo>
                  <a:cubicBezTo>
                    <a:pt x="97422" y="25597"/>
                    <a:pt x="97311" y="25290"/>
                    <a:pt x="97089" y="25017"/>
                  </a:cubicBezTo>
                  <a:cubicBezTo>
                    <a:pt x="96868" y="24744"/>
                    <a:pt x="96501" y="24522"/>
                    <a:pt x="95989" y="24352"/>
                  </a:cubicBezTo>
                  <a:cubicBezTo>
                    <a:pt x="95478" y="24181"/>
                    <a:pt x="94796" y="24045"/>
                    <a:pt x="93943" y="23943"/>
                  </a:cubicBezTo>
                  <a:cubicBezTo>
                    <a:pt x="93090" y="23840"/>
                    <a:pt x="91999" y="23789"/>
                    <a:pt x="90669" y="23789"/>
                  </a:cubicBezTo>
                  <a:close/>
                  <a:moveTo>
                    <a:pt x="229219" y="22971"/>
                  </a:moveTo>
                  <a:cubicBezTo>
                    <a:pt x="224000" y="22971"/>
                    <a:pt x="219268" y="23772"/>
                    <a:pt x="215022" y="25375"/>
                  </a:cubicBezTo>
                  <a:cubicBezTo>
                    <a:pt x="210775" y="26978"/>
                    <a:pt x="207152" y="29289"/>
                    <a:pt x="204150" y="32307"/>
                  </a:cubicBezTo>
                  <a:cubicBezTo>
                    <a:pt x="201149" y="35326"/>
                    <a:pt x="198830" y="38992"/>
                    <a:pt x="197193" y="43307"/>
                  </a:cubicBezTo>
                  <a:cubicBezTo>
                    <a:pt x="195555" y="47621"/>
                    <a:pt x="194737" y="52490"/>
                    <a:pt x="194737" y="57913"/>
                  </a:cubicBezTo>
                  <a:cubicBezTo>
                    <a:pt x="194737" y="63165"/>
                    <a:pt x="195504" y="67863"/>
                    <a:pt x="197039" y="72007"/>
                  </a:cubicBezTo>
                  <a:cubicBezTo>
                    <a:pt x="198574" y="76151"/>
                    <a:pt x="200791" y="79664"/>
                    <a:pt x="203690" y="82546"/>
                  </a:cubicBezTo>
                  <a:cubicBezTo>
                    <a:pt x="206589" y="85428"/>
                    <a:pt x="210127" y="87628"/>
                    <a:pt x="214305" y="89146"/>
                  </a:cubicBezTo>
                  <a:cubicBezTo>
                    <a:pt x="218484" y="90663"/>
                    <a:pt x="223216" y="91422"/>
                    <a:pt x="228502" y="91422"/>
                  </a:cubicBezTo>
                  <a:cubicBezTo>
                    <a:pt x="230310" y="91422"/>
                    <a:pt x="232109" y="91337"/>
                    <a:pt x="233900" y="91166"/>
                  </a:cubicBezTo>
                  <a:cubicBezTo>
                    <a:pt x="235690" y="90996"/>
                    <a:pt x="237464" y="90740"/>
                    <a:pt x="239220" y="90399"/>
                  </a:cubicBezTo>
                  <a:cubicBezTo>
                    <a:pt x="240977" y="90058"/>
                    <a:pt x="242674" y="89649"/>
                    <a:pt x="244311" y="89171"/>
                  </a:cubicBezTo>
                  <a:cubicBezTo>
                    <a:pt x="245948" y="88694"/>
                    <a:pt x="247321" y="88233"/>
                    <a:pt x="248429" y="87790"/>
                  </a:cubicBezTo>
                  <a:cubicBezTo>
                    <a:pt x="249537" y="87347"/>
                    <a:pt x="250271" y="86741"/>
                    <a:pt x="250629" y="85974"/>
                  </a:cubicBezTo>
                  <a:cubicBezTo>
                    <a:pt x="250987" y="85206"/>
                    <a:pt x="251166" y="84311"/>
                    <a:pt x="251166" y="83288"/>
                  </a:cubicBezTo>
                  <a:lnTo>
                    <a:pt x="251166" y="56941"/>
                  </a:lnTo>
                  <a:cubicBezTo>
                    <a:pt x="251166" y="56259"/>
                    <a:pt x="251081" y="55653"/>
                    <a:pt x="250910" y="55124"/>
                  </a:cubicBezTo>
                  <a:cubicBezTo>
                    <a:pt x="250740" y="54596"/>
                    <a:pt x="250492" y="54144"/>
                    <a:pt x="250168" y="53769"/>
                  </a:cubicBezTo>
                  <a:cubicBezTo>
                    <a:pt x="249844" y="53394"/>
                    <a:pt x="249469" y="53112"/>
                    <a:pt x="249043" y="52925"/>
                  </a:cubicBezTo>
                  <a:cubicBezTo>
                    <a:pt x="248617" y="52737"/>
                    <a:pt x="248131" y="52643"/>
                    <a:pt x="247585" y="52643"/>
                  </a:cubicBezTo>
                  <a:lnTo>
                    <a:pt x="225228" y="52643"/>
                  </a:lnTo>
                  <a:cubicBezTo>
                    <a:pt x="224921" y="52643"/>
                    <a:pt x="224648" y="52737"/>
                    <a:pt x="224410" y="52925"/>
                  </a:cubicBezTo>
                  <a:cubicBezTo>
                    <a:pt x="224171" y="53112"/>
                    <a:pt x="223966" y="53402"/>
                    <a:pt x="223796" y="53794"/>
                  </a:cubicBezTo>
                  <a:cubicBezTo>
                    <a:pt x="223625" y="54187"/>
                    <a:pt x="223497" y="54707"/>
                    <a:pt x="223412" y="55355"/>
                  </a:cubicBezTo>
                  <a:cubicBezTo>
                    <a:pt x="223327" y="56003"/>
                    <a:pt x="223284" y="56804"/>
                    <a:pt x="223284" y="57759"/>
                  </a:cubicBezTo>
                  <a:cubicBezTo>
                    <a:pt x="223284" y="59601"/>
                    <a:pt x="223455" y="60906"/>
                    <a:pt x="223796" y="61673"/>
                  </a:cubicBezTo>
                  <a:cubicBezTo>
                    <a:pt x="224137" y="62440"/>
                    <a:pt x="224614" y="62824"/>
                    <a:pt x="225228" y="62824"/>
                  </a:cubicBezTo>
                  <a:lnTo>
                    <a:pt x="237762" y="62824"/>
                  </a:lnTo>
                  <a:lnTo>
                    <a:pt x="237762" y="78172"/>
                  </a:lnTo>
                  <a:cubicBezTo>
                    <a:pt x="236500" y="78854"/>
                    <a:pt x="235136" y="79366"/>
                    <a:pt x="233669" y="79707"/>
                  </a:cubicBezTo>
                  <a:cubicBezTo>
                    <a:pt x="232203" y="80048"/>
                    <a:pt x="230719" y="80218"/>
                    <a:pt x="229219" y="80218"/>
                  </a:cubicBezTo>
                  <a:cubicBezTo>
                    <a:pt x="226149" y="80218"/>
                    <a:pt x="223344" y="79724"/>
                    <a:pt x="220803" y="78735"/>
                  </a:cubicBezTo>
                  <a:cubicBezTo>
                    <a:pt x="218262" y="77746"/>
                    <a:pt x="216088" y="76279"/>
                    <a:pt x="214280" y="74335"/>
                  </a:cubicBezTo>
                  <a:cubicBezTo>
                    <a:pt x="212472" y="72391"/>
                    <a:pt x="211065" y="69978"/>
                    <a:pt x="210059" y="67096"/>
                  </a:cubicBezTo>
                  <a:cubicBezTo>
                    <a:pt x="209053" y="64214"/>
                    <a:pt x="208550" y="60880"/>
                    <a:pt x="208550" y="57094"/>
                  </a:cubicBezTo>
                  <a:cubicBezTo>
                    <a:pt x="208550" y="53649"/>
                    <a:pt x="209045" y="50503"/>
                    <a:pt x="210034" y="47655"/>
                  </a:cubicBezTo>
                  <a:cubicBezTo>
                    <a:pt x="211023" y="44807"/>
                    <a:pt x="212438" y="42369"/>
                    <a:pt x="214280" y="40339"/>
                  </a:cubicBezTo>
                  <a:cubicBezTo>
                    <a:pt x="216122" y="38310"/>
                    <a:pt x="218339" y="36741"/>
                    <a:pt x="220931" y="35633"/>
                  </a:cubicBezTo>
                  <a:cubicBezTo>
                    <a:pt x="223523" y="34524"/>
                    <a:pt x="226422" y="33970"/>
                    <a:pt x="229628" y="33970"/>
                  </a:cubicBezTo>
                  <a:cubicBezTo>
                    <a:pt x="232629" y="33970"/>
                    <a:pt x="235264" y="34277"/>
                    <a:pt x="237532" y="34891"/>
                  </a:cubicBezTo>
                  <a:cubicBezTo>
                    <a:pt x="239800" y="35505"/>
                    <a:pt x="241753" y="36170"/>
                    <a:pt x="243390" y="36886"/>
                  </a:cubicBezTo>
                  <a:cubicBezTo>
                    <a:pt x="245027" y="37602"/>
                    <a:pt x="246340" y="38267"/>
                    <a:pt x="247329" y="38881"/>
                  </a:cubicBezTo>
                  <a:cubicBezTo>
                    <a:pt x="248318" y="39495"/>
                    <a:pt x="249034" y="39802"/>
                    <a:pt x="249478" y="39802"/>
                  </a:cubicBezTo>
                  <a:cubicBezTo>
                    <a:pt x="249785" y="39802"/>
                    <a:pt x="250049" y="39717"/>
                    <a:pt x="250271" y="39546"/>
                  </a:cubicBezTo>
                  <a:cubicBezTo>
                    <a:pt x="250492" y="39376"/>
                    <a:pt x="250680" y="39077"/>
                    <a:pt x="250833" y="38651"/>
                  </a:cubicBezTo>
                  <a:cubicBezTo>
                    <a:pt x="250987" y="38225"/>
                    <a:pt x="251106" y="37653"/>
                    <a:pt x="251192" y="36937"/>
                  </a:cubicBezTo>
                  <a:cubicBezTo>
                    <a:pt x="251277" y="36221"/>
                    <a:pt x="251319" y="35368"/>
                    <a:pt x="251319" y="34379"/>
                  </a:cubicBezTo>
                  <a:cubicBezTo>
                    <a:pt x="251319" y="32674"/>
                    <a:pt x="251217" y="31386"/>
                    <a:pt x="251013" y="30517"/>
                  </a:cubicBezTo>
                  <a:cubicBezTo>
                    <a:pt x="250808" y="29647"/>
                    <a:pt x="250475" y="28973"/>
                    <a:pt x="250015" y="28496"/>
                  </a:cubicBezTo>
                  <a:cubicBezTo>
                    <a:pt x="249554" y="28018"/>
                    <a:pt x="248744" y="27456"/>
                    <a:pt x="247585" y="26808"/>
                  </a:cubicBezTo>
                  <a:cubicBezTo>
                    <a:pt x="246425" y="26160"/>
                    <a:pt x="244967" y="25554"/>
                    <a:pt x="243211" y="24991"/>
                  </a:cubicBezTo>
                  <a:cubicBezTo>
                    <a:pt x="241454" y="24429"/>
                    <a:pt x="239399" y="23951"/>
                    <a:pt x="237046" y="23559"/>
                  </a:cubicBezTo>
                  <a:cubicBezTo>
                    <a:pt x="234693" y="23167"/>
                    <a:pt x="232083" y="22971"/>
                    <a:pt x="229219" y="22971"/>
                  </a:cubicBezTo>
                  <a:close/>
                  <a:moveTo>
                    <a:pt x="284229" y="22919"/>
                  </a:moveTo>
                  <a:cubicBezTo>
                    <a:pt x="281194" y="22919"/>
                    <a:pt x="278320" y="23312"/>
                    <a:pt x="275609" y="24096"/>
                  </a:cubicBezTo>
                  <a:cubicBezTo>
                    <a:pt x="272897" y="24881"/>
                    <a:pt x="270544" y="26066"/>
                    <a:pt x="268549" y="27652"/>
                  </a:cubicBezTo>
                  <a:cubicBezTo>
                    <a:pt x="266553" y="29238"/>
                    <a:pt x="264967" y="31233"/>
                    <a:pt x="263791" y="33637"/>
                  </a:cubicBezTo>
                  <a:cubicBezTo>
                    <a:pt x="262614" y="36042"/>
                    <a:pt x="262026" y="38830"/>
                    <a:pt x="262026" y="42002"/>
                  </a:cubicBezTo>
                  <a:cubicBezTo>
                    <a:pt x="262026" y="44765"/>
                    <a:pt x="262435" y="47135"/>
                    <a:pt x="263254" y="49113"/>
                  </a:cubicBezTo>
                  <a:cubicBezTo>
                    <a:pt x="264072" y="51091"/>
                    <a:pt x="265138" y="52805"/>
                    <a:pt x="266451" y="54255"/>
                  </a:cubicBezTo>
                  <a:cubicBezTo>
                    <a:pt x="267764" y="55704"/>
                    <a:pt x="269256" y="56949"/>
                    <a:pt x="270928" y="57989"/>
                  </a:cubicBezTo>
                  <a:cubicBezTo>
                    <a:pt x="272599" y="59030"/>
                    <a:pt x="274321" y="59959"/>
                    <a:pt x="276095" y="60778"/>
                  </a:cubicBezTo>
                  <a:cubicBezTo>
                    <a:pt x="277868" y="61596"/>
                    <a:pt x="279591" y="62372"/>
                    <a:pt x="281262" y="63105"/>
                  </a:cubicBezTo>
                  <a:cubicBezTo>
                    <a:pt x="282933" y="63839"/>
                    <a:pt x="284425" y="64623"/>
                    <a:pt x="285738" y="65459"/>
                  </a:cubicBezTo>
                  <a:cubicBezTo>
                    <a:pt x="287051" y="66294"/>
                    <a:pt x="288117" y="67249"/>
                    <a:pt x="288936" y="68324"/>
                  </a:cubicBezTo>
                  <a:cubicBezTo>
                    <a:pt x="289754" y="69398"/>
                    <a:pt x="290164" y="70686"/>
                    <a:pt x="290164" y="72186"/>
                  </a:cubicBezTo>
                  <a:cubicBezTo>
                    <a:pt x="290164" y="73482"/>
                    <a:pt x="289925" y="74659"/>
                    <a:pt x="289447" y="75716"/>
                  </a:cubicBezTo>
                  <a:cubicBezTo>
                    <a:pt x="288970" y="76774"/>
                    <a:pt x="288279" y="77660"/>
                    <a:pt x="287375" y="78377"/>
                  </a:cubicBezTo>
                  <a:cubicBezTo>
                    <a:pt x="286472" y="79093"/>
                    <a:pt x="285372" y="79647"/>
                    <a:pt x="284076" y="80039"/>
                  </a:cubicBezTo>
                  <a:cubicBezTo>
                    <a:pt x="282780" y="80431"/>
                    <a:pt x="281313" y="80628"/>
                    <a:pt x="279676" y="80628"/>
                  </a:cubicBezTo>
                  <a:cubicBezTo>
                    <a:pt x="277186" y="80628"/>
                    <a:pt x="274995" y="80346"/>
                    <a:pt x="273102" y="79783"/>
                  </a:cubicBezTo>
                  <a:cubicBezTo>
                    <a:pt x="271209" y="79221"/>
                    <a:pt x="269580" y="78598"/>
                    <a:pt x="268216" y="77916"/>
                  </a:cubicBezTo>
                  <a:cubicBezTo>
                    <a:pt x="266852" y="77234"/>
                    <a:pt x="265735" y="76612"/>
                    <a:pt x="264865" y="76049"/>
                  </a:cubicBezTo>
                  <a:cubicBezTo>
                    <a:pt x="263995" y="75486"/>
                    <a:pt x="263322" y="75205"/>
                    <a:pt x="262844" y="75205"/>
                  </a:cubicBezTo>
                  <a:cubicBezTo>
                    <a:pt x="262503" y="75205"/>
                    <a:pt x="262205" y="75298"/>
                    <a:pt x="261949" y="75486"/>
                  </a:cubicBezTo>
                  <a:cubicBezTo>
                    <a:pt x="261693" y="75674"/>
                    <a:pt x="261489" y="75989"/>
                    <a:pt x="261335" y="76432"/>
                  </a:cubicBezTo>
                  <a:cubicBezTo>
                    <a:pt x="261182" y="76876"/>
                    <a:pt x="261071" y="77456"/>
                    <a:pt x="261003" y="78172"/>
                  </a:cubicBezTo>
                  <a:cubicBezTo>
                    <a:pt x="260934" y="78888"/>
                    <a:pt x="260900" y="79775"/>
                    <a:pt x="260900" y="80832"/>
                  </a:cubicBezTo>
                  <a:cubicBezTo>
                    <a:pt x="260900" y="82401"/>
                    <a:pt x="260994" y="83603"/>
                    <a:pt x="261182" y="84439"/>
                  </a:cubicBezTo>
                  <a:cubicBezTo>
                    <a:pt x="261369" y="85275"/>
                    <a:pt x="261685" y="85914"/>
                    <a:pt x="262128" y="86357"/>
                  </a:cubicBezTo>
                  <a:cubicBezTo>
                    <a:pt x="262572" y="86801"/>
                    <a:pt x="263296" y="87312"/>
                    <a:pt x="264302" y="87892"/>
                  </a:cubicBezTo>
                  <a:cubicBezTo>
                    <a:pt x="265309" y="88472"/>
                    <a:pt x="266562" y="89026"/>
                    <a:pt x="268063" y="89555"/>
                  </a:cubicBezTo>
                  <a:cubicBezTo>
                    <a:pt x="269563" y="90084"/>
                    <a:pt x="271294" y="90535"/>
                    <a:pt x="273255" y="90911"/>
                  </a:cubicBezTo>
                  <a:cubicBezTo>
                    <a:pt x="275216" y="91286"/>
                    <a:pt x="277340" y="91473"/>
                    <a:pt x="279625" y="91473"/>
                  </a:cubicBezTo>
                  <a:cubicBezTo>
                    <a:pt x="283001" y="91473"/>
                    <a:pt x="286173" y="91030"/>
                    <a:pt x="289140" y="90143"/>
                  </a:cubicBezTo>
                  <a:cubicBezTo>
                    <a:pt x="292108" y="89256"/>
                    <a:pt x="294700" y="87935"/>
                    <a:pt x="296917" y="86178"/>
                  </a:cubicBezTo>
                  <a:cubicBezTo>
                    <a:pt x="299134" y="84422"/>
                    <a:pt x="300890" y="82231"/>
                    <a:pt x="302186" y="79604"/>
                  </a:cubicBezTo>
                  <a:cubicBezTo>
                    <a:pt x="303482" y="76978"/>
                    <a:pt x="304130" y="73926"/>
                    <a:pt x="304130" y="70447"/>
                  </a:cubicBezTo>
                  <a:cubicBezTo>
                    <a:pt x="304130" y="67786"/>
                    <a:pt x="303721" y="65476"/>
                    <a:pt x="302902" y="63515"/>
                  </a:cubicBezTo>
                  <a:cubicBezTo>
                    <a:pt x="302084" y="61554"/>
                    <a:pt x="301009" y="59848"/>
                    <a:pt x="299679" y="58399"/>
                  </a:cubicBezTo>
                  <a:cubicBezTo>
                    <a:pt x="298349" y="56949"/>
                    <a:pt x="296831" y="55704"/>
                    <a:pt x="295126" y="54664"/>
                  </a:cubicBezTo>
                  <a:cubicBezTo>
                    <a:pt x="293421" y="53624"/>
                    <a:pt x="291681" y="52694"/>
                    <a:pt x="289908" y="51876"/>
                  </a:cubicBezTo>
                  <a:cubicBezTo>
                    <a:pt x="288134" y="51057"/>
                    <a:pt x="286395" y="50281"/>
                    <a:pt x="284690" y="49548"/>
                  </a:cubicBezTo>
                  <a:cubicBezTo>
                    <a:pt x="282984" y="48815"/>
                    <a:pt x="281458" y="48030"/>
                    <a:pt x="280111" y="47195"/>
                  </a:cubicBezTo>
                  <a:cubicBezTo>
                    <a:pt x="278764" y="46359"/>
                    <a:pt x="277689" y="45404"/>
                    <a:pt x="276888" y="44330"/>
                  </a:cubicBezTo>
                  <a:cubicBezTo>
                    <a:pt x="276086" y="43255"/>
                    <a:pt x="275685" y="41985"/>
                    <a:pt x="275685" y="40518"/>
                  </a:cubicBezTo>
                  <a:cubicBezTo>
                    <a:pt x="275685" y="39529"/>
                    <a:pt x="275864" y="38591"/>
                    <a:pt x="276223" y="37705"/>
                  </a:cubicBezTo>
                  <a:cubicBezTo>
                    <a:pt x="276581" y="36818"/>
                    <a:pt x="277126" y="36059"/>
                    <a:pt x="277860" y="35428"/>
                  </a:cubicBezTo>
                  <a:cubicBezTo>
                    <a:pt x="278593" y="34797"/>
                    <a:pt x="279505" y="34302"/>
                    <a:pt x="280597" y="33944"/>
                  </a:cubicBezTo>
                  <a:cubicBezTo>
                    <a:pt x="281688" y="33586"/>
                    <a:pt x="282967" y="33407"/>
                    <a:pt x="284434" y="33407"/>
                  </a:cubicBezTo>
                  <a:cubicBezTo>
                    <a:pt x="286310" y="33407"/>
                    <a:pt x="288032" y="33637"/>
                    <a:pt x="289601" y="34098"/>
                  </a:cubicBezTo>
                  <a:cubicBezTo>
                    <a:pt x="291170" y="34558"/>
                    <a:pt x="292551" y="35070"/>
                    <a:pt x="293745" y="35633"/>
                  </a:cubicBezTo>
                  <a:cubicBezTo>
                    <a:pt x="294939" y="36195"/>
                    <a:pt x="295945" y="36716"/>
                    <a:pt x="296763" y="37193"/>
                  </a:cubicBezTo>
                  <a:cubicBezTo>
                    <a:pt x="297582" y="37671"/>
                    <a:pt x="298179" y="37909"/>
                    <a:pt x="298554" y="37909"/>
                  </a:cubicBezTo>
                  <a:cubicBezTo>
                    <a:pt x="298929" y="37909"/>
                    <a:pt x="299227" y="37807"/>
                    <a:pt x="299449" y="37602"/>
                  </a:cubicBezTo>
                  <a:cubicBezTo>
                    <a:pt x="299671" y="37398"/>
                    <a:pt x="299841" y="37074"/>
                    <a:pt x="299961" y="36630"/>
                  </a:cubicBezTo>
                  <a:cubicBezTo>
                    <a:pt x="300080" y="36187"/>
                    <a:pt x="300165" y="35624"/>
                    <a:pt x="300217" y="34942"/>
                  </a:cubicBezTo>
                  <a:cubicBezTo>
                    <a:pt x="300268" y="34260"/>
                    <a:pt x="300293" y="33424"/>
                    <a:pt x="300293" y="32435"/>
                  </a:cubicBezTo>
                  <a:cubicBezTo>
                    <a:pt x="300293" y="31548"/>
                    <a:pt x="300276" y="30807"/>
                    <a:pt x="300242" y="30210"/>
                  </a:cubicBezTo>
                  <a:cubicBezTo>
                    <a:pt x="300208" y="29613"/>
                    <a:pt x="300148" y="29118"/>
                    <a:pt x="300063" y="28726"/>
                  </a:cubicBezTo>
                  <a:cubicBezTo>
                    <a:pt x="299978" y="28334"/>
                    <a:pt x="299875" y="28018"/>
                    <a:pt x="299756" y="27780"/>
                  </a:cubicBezTo>
                  <a:cubicBezTo>
                    <a:pt x="299637" y="27541"/>
                    <a:pt x="299406" y="27251"/>
                    <a:pt x="299065" y="26910"/>
                  </a:cubicBezTo>
                  <a:cubicBezTo>
                    <a:pt x="298724" y="26569"/>
                    <a:pt x="298025" y="26143"/>
                    <a:pt x="296968" y="25631"/>
                  </a:cubicBezTo>
                  <a:cubicBezTo>
                    <a:pt x="295911" y="25119"/>
                    <a:pt x="294700" y="24659"/>
                    <a:pt x="293336" y="24250"/>
                  </a:cubicBezTo>
                  <a:cubicBezTo>
                    <a:pt x="291971" y="23840"/>
                    <a:pt x="290505" y="23516"/>
                    <a:pt x="288936" y="23278"/>
                  </a:cubicBezTo>
                  <a:cubicBezTo>
                    <a:pt x="287367" y="23039"/>
                    <a:pt x="285798" y="22919"/>
                    <a:pt x="284229" y="22919"/>
                  </a:cubicBezTo>
                  <a:close/>
                  <a:moveTo>
                    <a:pt x="160395" y="22919"/>
                  </a:moveTo>
                  <a:cubicBezTo>
                    <a:pt x="155142" y="22919"/>
                    <a:pt x="150530" y="23721"/>
                    <a:pt x="146556" y="25324"/>
                  </a:cubicBezTo>
                  <a:cubicBezTo>
                    <a:pt x="142583" y="26927"/>
                    <a:pt x="139249" y="29229"/>
                    <a:pt x="136554" y="32231"/>
                  </a:cubicBezTo>
                  <a:cubicBezTo>
                    <a:pt x="133860" y="35232"/>
                    <a:pt x="131831" y="38873"/>
                    <a:pt x="130466" y="43153"/>
                  </a:cubicBezTo>
                  <a:cubicBezTo>
                    <a:pt x="129102" y="47433"/>
                    <a:pt x="128420" y="52251"/>
                    <a:pt x="128420" y="57606"/>
                  </a:cubicBezTo>
                  <a:cubicBezTo>
                    <a:pt x="128420" y="63438"/>
                    <a:pt x="129060" y="68486"/>
                    <a:pt x="130339" y="72749"/>
                  </a:cubicBezTo>
                  <a:cubicBezTo>
                    <a:pt x="131618" y="77012"/>
                    <a:pt x="133536" y="80525"/>
                    <a:pt x="136094" y="83288"/>
                  </a:cubicBezTo>
                  <a:cubicBezTo>
                    <a:pt x="138652" y="86050"/>
                    <a:pt x="141849" y="88105"/>
                    <a:pt x="145686" y="89453"/>
                  </a:cubicBezTo>
                  <a:cubicBezTo>
                    <a:pt x="149523" y="90800"/>
                    <a:pt x="154017" y="91473"/>
                    <a:pt x="159167" y="91473"/>
                  </a:cubicBezTo>
                  <a:cubicBezTo>
                    <a:pt x="164385" y="91473"/>
                    <a:pt x="168981" y="90680"/>
                    <a:pt x="172955" y="89094"/>
                  </a:cubicBezTo>
                  <a:cubicBezTo>
                    <a:pt x="176928" y="87509"/>
                    <a:pt x="180262" y="85206"/>
                    <a:pt x="182956" y="82188"/>
                  </a:cubicBezTo>
                  <a:cubicBezTo>
                    <a:pt x="185651" y="79170"/>
                    <a:pt x="187680" y="75495"/>
                    <a:pt x="189044" y="71163"/>
                  </a:cubicBezTo>
                  <a:cubicBezTo>
                    <a:pt x="190408" y="66832"/>
                    <a:pt x="191091" y="61920"/>
                    <a:pt x="191091" y="56429"/>
                  </a:cubicBezTo>
                  <a:cubicBezTo>
                    <a:pt x="191091" y="50699"/>
                    <a:pt x="190434" y="45728"/>
                    <a:pt x="189121" y="41516"/>
                  </a:cubicBezTo>
                  <a:cubicBezTo>
                    <a:pt x="187808" y="37304"/>
                    <a:pt x="185864" y="33816"/>
                    <a:pt x="183289" y="31054"/>
                  </a:cubicBezTo>
                  <a:cubicBezTo>
                    <a:pt x="180714" y="28291"/>
                    <a:pt x="177508" y="26245"/>
                    <a:pt x="173671" y="24915"/>
                  </a:cubicBezTo>
                  <a:cubicBezTo>
                    <a:pt x="169834" y="23585"/>
                    <a:pt x="165408" y="22919"/>
                    <a:pt x="160395" y="22919"/>
                  </a:cubicBezTo>
                  <a:close/>
                  <a:moveTo>
                    <a:pt x="0" y="0"/>
                  </a:moveTo>
                  <a:lnTo>
                    <a:pt x="391466" y="0"/>
                  </a:lnTo>
                  <a:lnTo>
                    <a:pt x="391466" y="112014"/>
                  </a:lnTo>
                  <a:lnTo>
                    <a:pt x="0" y="11201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11" name="Graphic 110">
            <a:extLst>
              <a:ext uri="{FF2B5EF4-FFF2-40B4-BE49-F238E27FC236}">
                <a16:creationId xmlns:a16="http://schemas.microsoft.com/office/drawing/2014/main" id="{4B75E497-984E-936C-0170-646B57E118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2003" y="2810448"/>
            <a:ext cx="546594" cy="546594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4A024649-F706-1FC4-77C9-492025F690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3146" y="2974088"/>
            <a:ext cx="621837" cy="62183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6BCB880-D5BB-4BA9-3E1B-2FF6CB1D6385}"/>
              </a:ext>
            </a:extLst>
          </p:cNvPr>
          <p:cNvGrpSpPr/>
          <p:nvPr/>
        </p:nvGrpSpPr>
        <p:grpSpPr>
          <a:xfrm>
            <a:off x="7590575" y="1644567"/>
            <a:ext cx="1014605" cy="1034370"/>
            <a:chOff x="3581340" y="2412828"/>
            <a:chExt cx="1014605" cy="1034370"/>
          </a:xfrm>
        </p:grpSpPr>
        <p:sp>
          <p:nvSpPr>
            <p:cNvPr id="3" name="Freeform 24">
              <a:extLst>
                <a:ext uri="{FF2B5EF4-FFF2-40B4-BE49-F238E27FC236}">
                  <a16:creationId xmlns:a16="http://schemas.microsoft.com/office/drawing/2014/main" id="{B0FDE588-637D-FED1-874D-23D1D128AF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81340" y="2412828"/>
              <a:ext cx="1014605" cy="1034370"/>
            </a:xfrm>
            <a:custGeom>
              <a:avLst/>
              <a:gdLst>
                <a:gd name="T0" fmla="*/ 0 w 924"/>
                <a:gd name="T1" fmla="*/ 0 h 942"/>
                <a:gd name="T2" fmla="*/ 160 w 924"/>
                <a:gd name="T3" fmla="*/ 0 h 942"/>
                <a:gd name="T4" fmla="*/ 464 w 924"/>
                <a:gd name="T5" fmla="*/ 616 h 942"/>
                <a:gd name="T6" fmla="*/ 766 w 924"/>
                <a:gd name="T7" fmla="*/ 0 h 942"/>
                <a:gd name="T8" fmla="*/ 924 w 924"/>
                <a:gd name="T9" fmla="*/ 0 h 942"/>
                <a:gd name="T10" fmla="*/ 463 w 924"/>
                <a:gd name="T11" fmla="*/ 942 h 942"/>
                <a:gd name="T12" fmla="*/ 0 w 924"/>
                <a:gd name="T13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4" h="942">
                  <a:moveTo>
                    <a:pt x="0" y="0"/>
                  </a:moveTo>
                  <a:lnTo>
                    <a:pt x="160" y="0"/>
                  </a:lnTo>
                  <a:lnTo>
                    <a:pt x="464" y="616"/>
                  </a:lnTo>
                  <a:lnTo>
                    <a:pt x="766" y="0"/>
                  </a:lnTo>
                  <a:lnTo>
                    <a:pt x="924" y="0"/>
                  </a:lnTo>
                  <a:lnTo>
                    <a:pt x="463" y="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Freeform 25">
              <a:extLst>
                <a:ext uri="{FF2B5EF4-FFF2-40B4-BE49-F238E27FC236}">
                  <a16:creationId xmlns:a16="http://schemas.microsoft.com/office/drawing/2014/main" id="{A2D5E7F1-592F-B0D6-1FF2-C5BCADE376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60247" y="2413926"/>
              <a:ext cx="456792" cy="458988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A8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FBF6A71-8005-B6B6-797B-E003F093F334}"/>
              </a:ext>
            </a:extLst>
          </p:cNvPr>
          <p:cNvSpPr/>
          <p:nvPr/>
        </p:nvSpPr>
        <p:spPr>
          <a:xfrm>
            <a:off x="617517" y="451262"/>
            <a:ext cx="2291938" cy="30079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6621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3"/>
          <p:cNvSpPr>
            <a:spLocks noChangeAspect="1" noChangeArrowheads="1" noTextEdit="1"/>
          </p:cNvSpPr>
          <p:nvPr/>
        </p:nvSpPr>
        <p:spPr bwMode="auto">
          <a:xfrm>
            <a:off x="3365246" y="2511790"/>
            <a:ext cx="932469" cy="94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4656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982760"/>
            <a:ext cx="12192000" cy="1397938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3" name="Group 48"/>
          <p:cNvGrpSpPr>
            <a:grpSpLocks noChangeAspect="1"/>
          </p:cNvGrpSpPr>
          <p:nvPr/>
        </p:nvGrpSpPr>
        <p:grpSpPr bwMode="auto">
          <a:xfrm>
            <a:off x="7620436" y="5154541"/>
            <a:ext cx="1008920" cy="1032968"/>
            <a:chOff x="910" y="2844"/>
            <a:chExt cx="923" cy="945"/>
          </a:xfrm>
        </p:grpSpPr>
        <p:sp>
          <p:nvSpPr>
            <p:cNvPr id="34" name="AutoShape 47"/>
            <p:cNvSpPr>
              <a:spLocks noChangeAspect="1" noChangeArrowheads="1" noTextEdit="1"/>
            </p:cNvSpPr>
            <p:nvPr/>
          </p:nvSpPr>
          <p:spPr bwMode="auto">
            <a:xfrm>
              <a:off x="910" y="2844"/>
              <a:ext cx="923" cy="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Freeform 49"/>
            <p:cNvSpPr>
              <a:spLocks/>
            </p:cNvSpPr>
            <p:nvPr/>
          </p:nvSpPr>
          <p:spPr bwMode="auto">
            <a:xfrm>
              <a:off x="910" y="2845"/>
              <a:ext cx="923" cy="943"/>
            </a:xfrm>
            <a:custGeom>
              <a:avLst/>
              <a:gdLst>
                <a:gd name="T0" fmla="*/ 0 w 923"/>
                <a:gd name="T1" fmla="*/ 0 h 943"/>
                <a:gd name="T2" fmla="*/ 160 w 923"/>
                <a:gd name="T3" fmla="*/ 0 h 943"/>
                <a:gd name="T4" fmla="*/ 464 w 923"/>
                <a:gd name="T5" fmla="*/ 617 h 943"/>
                <a:gd name="T6" fmla="*/ 765 w 923"/>
                <a:gd name="T7" fmla="*/ 0 h 943"/>
                <a:gd name="T8" fmla="*/ 923 w 923"/>
                <a:gd name="T9" fmla="*/ 0 h 943"/>
                <a:gd name="T10" fmla="*/ 463 w 923"/>
                <a:gd name="T11" fmla="*/ 943 h 943"/>
                <a:gd name="T12" fmla="*/ 0 w 923"/>
                <a:gd name="T13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3" h="943">
                  <a:moveTo>
                    <a:pt x="0" y="0"/>
                  </a:moveTo>
                  <a:lnTo>
                    <a:pt x="160" y="0"/>
                  </a:lnTo>
                  <a:lnTo>
                    <a:pt x="464" y="617"/>
                  </a:lnTo>
                  <a:lnTo>
                    <a:pt x="765" y="0"/>
                  </a:lnTo>
                  <a:lnTo>
                    <a:pt x="923" y="0"/>
                  </a:lnTo>
                  <a:lnTo>
                    <a:pt x="463" y="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Freeform 50"/>
            <p:cNvSpPr>
              <a:spLocks/>
            </p:cNvSpPr>
            <p:nvPr/>
          </p:nvSpPr>
          <p:spPr bwMode="auto">
            <a:xfrm>
              <a:off x="1164" y="2847"/>
              <a:ext cx="415" cy="418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6" name="Group 13"/>
          <p:cNvGrpSpPr>
            <a:grpSpLocks noChangeAspect="1"/>
          </p:cNvGrpSpPr>
          <p:nvPr/>
        </p:nvGrpSpPr>
        <p:grpSpPr bwMode="auto">
          <a:xfrm>
            <a:off x="2692014" y="3509563"/>
            <a:ext cx="2761611" cy="642571"/>
            <a:chOff x="3760" y="1031"/>
            <a:chExt cx="1530" cy="356"/>
          </a:xfrm>
        </p:grpSpPr>
        <p:sp>
          <p:nvSpPr>
            <p:cNvPr id="47" name="AutoShape 12"/>
            <p:cNvSpPr>
              <a:spLocks noChangeAspect="1" noChangeArrowheads="1" noTextEdit="1"/>
            </p:cNvSpPr>
            <p:nvPr/>
          </p:nvSpPr>
          <p:spPr bwMode="auto">
            <a:xfrm>
              <a:off x="3760" y="1031"/>
              <a:ext cx="1530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Freeform 14"/>
            <p:cNvSpPr>
              <a:spLocks/>
            </p:cNvSpPr>
            <p:nvPr/>
          </p:nvSpPr>
          <p:spPr bwMode="auto">
            <a:xfrm>
              <a:off x="4697" y="1076"/>
              <a:ext cx="309" cy="312"/>
            </a:xfrm>
            <a:custGeom>
              <a:avLst/>
              <a:gdLst>
                <a:gd name="T0" fmla="*/ 253 w 253"/>
                <a:gd name="T1" fmla="*/ 0 h 253"/>
                <a:gd name="T2" fmla="*/ 205 w 253"/>
                <a:gd name="T3" fmla="*/ 0 h 253"/>
                <a:gd name="T4" fmla="*/ 126 w 253"/>
                <a:gd name="T5" fmla="*/ 160 h 253"/>
                <a:gd name="T6" fmla="*/ 46 w 253"/>
                <a:gd name="T7" fmla="*/ 0 h 253"/>
                <a:gd name="T8" fmla="*/ 0 w 253"/>
                <a:gd name="T9" fmla="*/ 0 h 253"/>
                <a:gd name="T10" fmla="*/ 126 w 253"/>
                <a:gd name="T11" fmla="*/ 253 h 253"/>
                <a:gd name="T12" fmla="*/ 253 w 253"/>
                <a:gd name="T1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253">
                  <a:moveTo>
                    <a:pt x="253" y="0"/>
                  </a:moveTo>
                  <a:cubicBezTo>
                    <a:pt x="205" y="0"/>
                    <a:pt x="205" y="0"/>
                    <a:pt x="205" y="0"/>
                  </a:cubicBezTo>
                  <a:cubicBezTo>
                    <a:pt x="126" y="160"/>
                    <a:pt x="126" y="160"/>
                    <a:pt x="126" y="16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0" y="100"/>
                    <a:pt x="126" y="253"/>
                    <a:pt x="126" y="253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Freeform 15"/>
            <p:cNvSpPr>
              <a:spLocks noEditPoints="1"/>
            </p:cNvSpPr>
            <p:nvPr/>
          </p:nvSpPr>
          <p:spPr bwMode="auto">
            <a:xfrm>
              <a:off x="4409" y="1073"/>
              <a:ext cx="301" cy="305"/>
            </a:xfrm>
            <a:custGeom>
              <a:avLst/>
              <a:gdLst>
                <a:gd name="T0" fmla="*/ 124 w 247"/>
                <a:gd name="T1" fmla="*/ 207 h 247"/>
                <a:gd name="T2" fmla="*/ 43 w 247"/>
                <a:gd name="T3" fmla="*/ 143 h 247"/>
                <a:gd name="T4" fmla="*/ 247 w 247"/>
                <a:gd name="T5" fmla="*/ 143 h 247"/>
                <a:gd name="T6" fmla="*/ 247 w 247"/>
                <a:gd name="T7" fmla="*/ 123 h 247"/>
                <a:gd name="T8" fmla="*/ 124 w 247"/>
                <a:gd name="T9" fmla="*/ 0 h 247"/>
                <a:gd name="T10" fmla="*/ 0 w 247"/>
                <a:gd name="T11" fmla="*/ 123 h 247"/>
                <a:gd name="T12" fmla="*/ 124 w 247"/>
                <a:gd name="T13" fmla="*/ 247 h 247"/>
                <a:gd name="T14" fmla="*/ 233 w 247"/>
                <a:gd name="T15" fmla="*/ 181 h 247"/>
                <a:gd name="T16" fmla="*/ 184 w 247"/>
                <a:gd name="T17" fmla="*/ 181 h 247"/>
                <a:gd name="T18" fmla="*/ 124 w 247"/>
                <a:gd name="T19" fmla="*/ 207 h 247"/>
                <a:gd name="T20" fmla="*/ 124 w 247"/>
                <a:gd name="T21" fmla="*/ 40 h 247"/>
                <a:gd name="T22" fmla="*/ 204 w 247"/>
                <a:gd name="T23" fmla="*/ 103 h 247"/>
                <a:gd name="T24" fmla="*/ 43 w 247"/>
                <a:gd name="T25" fmla="*/ 103 h 247"/>
                <a:gd name="T26" fmla="*/ 124 w 247"/>
                <a:gd name="T27" fmla="*/ 4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7">
                  <a:moveTo>
                    <a:pt x="124" y="207"/>
                  </a:moveTo>
                  <a:cubicBezTo>
                    <a:pt x="85" y="207"/>
                    <a:pt x="52" y="180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1"/>
                    <a:pt x="55" y="247"/>
                    <a:pt x="124" y="247"/>
                  </a:cubicBezTo>
                  <a:cubicBezTo>
                    <a:pt x="170" y="247"/>
                    <a:pt x="212" y="221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7"/>
                    <a:pt x="124" y="207"/>
                  </a:cubicBezTo>
                  <a:moveTo>
                    <a:pt x="124" y="40"/>
                  </a:moveTo>
                  <a:cubicBezTo>
                    <a:pt x="163" y="40"/>
                    <a:pt x="195" y="67"/>
                    <a:pt x="204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Freeform 16"/>
            <p:cNvSpPr>
              <a:spLocks noEditPoints="1"/>
            </p:cNvSpPr>
            <p:nvPr/>
          </p:nvSpPr>
          <p:spPr bwMode="auto">
            <a:xfrm>
              <a:off x="4990" y="1074"/>
              <a:ext cx="301" cy="306"/>
            </a:xfrm>
            <a:custGeom>
              <a:avLst/>
              <a:gdLst>
                <a:gd name="T0" fmla="*/ 247 w 247"/>
                <a:gd name="T1" fmla="*/ 123 h 247"/>
                <a:gd name="T2" fmla="*/ 247 w 247"/>
                <a:gd name="T3" fmla="*/ 122 h 247"/>
                <a:gd name="T4" fmla="*/ 247 w 247"/>
                <a:gd name="T5" fmla="*/ 2 h 247"/>
                <a:gd name="T6" fmla="*/ 207 w 247"/>
                <a:gd name="T7" fmla="*/ 2 h 247"/>
                <a:gd name="T8" fmla="*/ 207 w 247"/>
                <a:gd name="T9" fmla="*/ 32 h 247"/>
                <a:gd name="T10" fmla="*/ 124 w 247"/>
                <a:gd name="T11" fmla="*/ 0 h 247"/>
                <a:gd name="T12" fmla="*/ 0 w 247"/>
                <a:gd name="T13" fmla="*/ 123 h 247"/>
                <a:gd name="T14" fmla="*/ 124 w 247"/>
                <a:gd name="T15" fmla="*/ 247 h 247"/>
                <a:gd name="T16" fmla="*/ 207 w 247"/>
                <a:gd name="T17" fmla="*/ 214 h 247"/>
                <a:gd name="T18" fmla="*/ 207 w 247"/>
                <a:gd name="T19" fmla="*/ 245 h 247"/>
                <a:gd name="T20" fmla="*/ 247 w 247"/>
                <a:gd name="T21" fmla="*/ 245 h 247"/>
                <a:gd name="T22" fmla="*/ 247 w 247"/>
                <a:gd name="T23" fmla="*/ 125 h 247"/>
                <a:gd name="T24" fmla="*/ 247 w 247"/>
                <a:gd name="T25" fmla="*/ 123 h 247"/>
                <a:gd name="T26" fmla="*/ 124 w 247"/>
                <a:gd name="T27" fmla="*/ 206 h 247"/>
                <a:gd name="T28" fmla="*/ 41 w 247"/>
                <a:gd name="T29" fmla="*/ 123 h 247"/>
                <a:gd name="T30" fmla="*/ 124 w 247"/>
                <a:gd name="T31" fmla="*/ 40 h 247"/>
                <a:gd name="T32" fmla="*/ 207 w 247"/>
                <a:gd name="T33" fmla="*/ 122 h 247"/>
                <a:gd name="T34" fmla="*/ 207 w 247"/>
                <a:gd name="T35" fmla="*/ 125 h 247"/>
                <a:gd name="T36" fmla="*/ 124 w 247"/>
                <a:gd name="T37" fmla="*/ 206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7" h="247">
                  <a:moveTo>
                    <a:pt x="247" y="123"/>
                  </a:moveTo>
                  <a:cubicBezTo>
                    <a:pt x="247" y="123"/>
                    <a:pt x="247" y="122"/>
                    <a:pt x="247" y="122"/>
                  </a:cubicBezTo>
                  <a:cubicBezTo>
                    <a:pt x="247" y="2"/>
                    <a:pt x="247" y="2"/>
                    <a:pt x="247" y="2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7" y="32"/>
                    <a:pt x="207" y="32"/>
                    <a:pt x="207" y="32"/>
                  </a:cubicBezTo>
                  <a:cubicBezTo>
                    <a:pt x="185" y="12"/>
                    <a:pt x="156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7"/>
                    <a:pt x="124" y="247"/>
                  </a:cubicBezTo>
                  <a:cubicBezTo>
                    <a:pt x="156" y="247"/>
                    <a:pt x="185" y="234"/>
                    <a:pt x="207" y="214"/>
                  </a:cubicBezTo>
                  <a:cubicBezTo>
                    <a:pt x="207" y="245"/>
                    <a:pt x="207" y="245"/>
                    <a:pt x="207" y="245"/>
                  </a:cubicBezTo>
                  <a:cubicBezTo>
                    <a:pt x="247" y="245"/>
                    <a:pt x="247" y="245"/>
                    <a:pt x="247" y="245"/>
                  </a:cubicBezTo>
                  <a:cubicBezTo>
                    <a:pt x="247" y="125"/>
                    <a:pt x="247" y="125"/>
                    <a:pt x="247" y="125"/>
                  </a:cubicBezTo>
                  <a:cubicBezTo>
                    <a:pt x="247" y="124"/>
                    <a:pt x="247" y="124"/>
                    <a:pt x="247" y="123"/>
                  </a:cubicBezTo>
                  <a:moveTo>
                    <a:pt x="124" y="206"/>
                  </a:moveTo>
                  <a:cubicBezTo>
                    <a:pt x="78" y="206"/>
                    <a:pt x="41" y="169"/>
                    <a:pt x="41" y="123"/>
                  </a:cubicBezTo>
                  <a:cubicBezTo>
                    <a:pt x="41" y="77"/>
                    <a:pt x="78" y="40"/>
                    <a:pt x="124" y="40"/>
                  </a:cubicBezTo>
                  <a:cubicBezTo>
                    <a:pt x="169" y="40"/>
                    <a:pt x="206" y="77"/>
                    <a:pt x="207" y="122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06" y="170"/>
                    <a:pt x="169" y="206"/>
                    <a:pt x="124" y="206"/>
                  </a:cubicBezTo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Freeform 17"/>
            <p:cNvSpPr>
              <a:spLocks noEditPoints="1"/>
            </p:cNvSpPr>
            <p:nvPr/>
          </p:nvSpPr>
          <p:spPr bwMode="auto">
            <a:xfrm>
              <a:off x="4075" y="1073"/>
              <a:ext cx="301" cy="305"/>
            </a:xfrm>
            <a:custGeom>
              <a:avLst/>
              <a:gdLst>
                <a:gd name="T0" fmla="*/ 124 w 247"/>
                <a:gd name="T1" fmla="*/ 207 h 247"/>
                <a:gd name="T2" fmla="*/ 43 w 247"/>
                <a:gd name="T3" fmla="*/ 143 h 247"/>
                <a:gd name="T4" fmla="*/ 247 w 247"/>
                <a:gd name="T5" fmla="*/ 143 h 247"/>
                <a:gd name="T6" fmla="*/ 247 w 247"/>
                <a:gd name="T7" fmla="*/ 123 h 247"/>
                <a:gd name="T8" fmla="*/ 124 w 247"/>
                <a:gd name="T9" fmla="*/ 0 h 247"/>
                <a:gd name="T10" fmla="*/ 0 w 247"/>
                <a:gd name="T11" fmla="*/ 123 h 247"/>
                <a:gd name="T12" fmla="*/ 124 w 247"/>
                <a:gd name="T13" fmla="*/ 247 h 247"/>
                <a:gd name="T14" fmla="*/ 233 w 247"/>
                <a:gd name="T15" fmla="*/ 181 h 247"/>
                <a:gd name="T16" fmla="*/ 184 w 247"/>
                <a:gd name="T17" fmla="*/ 181 h 247"/>
                <a:gd name="T18" fmla="*/ 124 w 247"/>
                <a:gd name="T19" fmla="*/ 207 h 247"/>
                <a:gd name="T20" fmla="*/ 124 w 247"/>
                <a:gd name="T21" fmla="*/ 40 h 247"/>
                <a:gd name="T22" fmla="*/ 204 w 247"/>
                <a:gd name="T23" fmla="*/ 103 h 247"/>
                <a:gd name="T24" fmla="*/ 43 w 247"/>
                <a:gd name="T25" fmla="*/ 103 h 247"/>
                <a:gd name="T26" fmla="*/ 124 w 247"/>
                <a:gd name="T27" fmla="*/ 4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7">
                  <a:moveTo>
                    <a:pt x="124" y="207"/>
                  </a:moveTo>
                  <a:cubicBezTo>
                    <a:pt x="85" y="207"/>
                    <a:pt x="52" y="180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7"/>
                    <a:pt x="124" y="247"/>
                  </a:cubicBezTo>
                  <a:cubicBezTo>
                    <a:pt x="170" y="247"/>
                    <a:pt x="212" y="221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7"/>
                    <a:pt x="124" y="207"/>
                  </a:cubicBezTo>
                  <a:moveTo>
                    <a:pt x="124" y="40"/>
                  </a:moveTo>
                  <a:cubicBezTo>
                    <a:pt x="163" y="40"/>
                    <a:pt x="195" y="67"/>
                    <a:pt x="204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18"/>
            <p:cNvSpPr>
              <a:spLocks/>
            </p:cNvSpPr>
            <p:nvPr/>
          </p:nvSpPr>
          <p:spPr bwMode="auto">
            <a:xfrm>
              <a:off x="3761" y="1030"/>
              <a:ext cx="349" cy="358"/>
            </a:xfrm>
            <a:custGeom>
              <a:avLst/>
              <a:gdLst>
                <a:gd name="T0" fmla="*/ 0 w 349"/>
                <a:gd name="T1" fmla="*/ 0 h 358"/>
                <a:gd name="T2" fmla="*/ 61 w 349"/>
                <a:gd name="T3" fmla="*/ 0 h 358"/>
                <a:gd name="T4" fmla="*/ 176 w 349"/>
                <a:gd name="T5" fmla="*/ 233 h 358"/>
                <a:gd name="T6" fmla="*/ 291 w 349"/>
                <a:gd name="T7" fmla="*/ 0 h 358"/>
                <a:gd name="T8" fmla="*/ 349 w 349"/>
                <a:gd name="T9" fmla="*/ 0 h 358"/>
                <a:gd name="T10" fmla="*/ 175 w 349"/>
                <a:gd name="T11" fmla="*/ 358 h 358"/>
                <a:gd name="T12" fmla="*/ 0 w 349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9" h="358">
                  <a:moveTo>
                    <a:pt x="0" y="0"/>
                  </a:moveTo>
                  <a:lnTo>
                    <a:pt x="61" y="0"/>
                  </a:lnTo>
                  <a:lnTo>
                    <a:pt x="176" y="233"/>
                  </a:lnTo>
                  <a:lnTo>
                    <a:pt x="291" y="0"/>
                  </a:lnTo>
                  <a:lnTo>
                    <a:pt x="349" y="0"/>
                  </a:lnTo>
                  <a:lnTo>
                    <a:pt x="175" y="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Freeform 19"/>
            <p:cNvSpPr>
              <a:spLocks/>
            </p:cNvSpPr>
            <p:nvPr/>
          </p:nvSpPr>
          <p:spPr bwMode="auto">
            <a:xfrm>
              <a:off x="3761" y="1030"/>
              <a:ext cx="349" cy="358"/>
            </a:xfrm>
            <a:custGeom>
              <a:avLst/>
              <a:gdLst>
                <a:gd name="T0" fmla="*/ 0 w 349"/>
                <a:gd name="T1" fmla="*/ 0 h 358"/>
                <a:gd name="T2" fmla="*/ 61 w 349"/>
                <a:gd name="T3" fmla="*/ 0 h 358"/>
                <a:gd name="T4" fmla="*/ 176 w 349"/>
                <a:gd name="T5" fmla="*/ 233 h 358"/>
                <a:gd name="T6" fmla="*/ 291 w 349"/>
                <a:gd name="T7" fmla="*/ 0 h 358"/>
                <a:gd name="T8" fmla="*/ 349 w 349"/>
                <a:gd name="T9" fmla="*/ 0 h 358"/>
                <a:gd name="T10" fmla="*/ 175 w 349"/>
                <a:gd name="T11" fmla="*/ 358 h 358"/>
                <a:gd name="T12" fmla="*/ 0 w 349"/>
                <a:gd name="T13" fmla="*/ 0 h 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9" h="358">
                  <a:moveTo>
                    <a:pt x="0" y="0"/>
                  </a:moveTo>
                  <a:lnTo>
                    <a:pt x="61" y="0"/>
                  </a:lnTo>
                  <a:lnTo>
                    <a:pt x="176" y="233"/>
                  </a:lnTo>
                  <a:lnTo>
                    <a:pt x="291" y="0"/>
                  </a:lnTo>
                  <a:lnTo>
                    <a:pt x="349" y="0"/>
                  </a:lnTo>
                  <a:lnTo>
                    <a:pt x="175" y="3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Freeform 20"/>
            <p:cNvSpPr>
              <a:spLocks/>
            </p:cNvSpPr>
            <p:nvPr/>
          </p:nvSpPr>
          <p:spPr bwMode="auto">
            <a:xfrm>
              <a:off x="3858" y="1030"/>
              <a:ext cx="157" cy="159"/>
            </a:xfrm>
            <a:custGeom>
              <a:avLst/>
              <a:gdLst>
                <a:gd name="T0" fmla="*/ 0 w 129"/>
                <a:gd name="T1" fmla="*/ 0 h 129"/>
                <a:gd name="T2" fmla="*/ 64 w 129"/>
                <a:gd name="T3" fmla="*/ 129 h 129"/>
                <a:gd name="T4" fmla="*/ 129 w 129"/>
                <a:gd name="T5" fmla="*/ 0 h 129"/>
                <a:gd name="T6" fmla="*/ 0 w 129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29">
                  <a:moveTo>
                    <a:pt x="0" y="0"/>
                  </a:moveTo>
                  <a:cubicBezTo>
                    <a:pt x="64" y="129"/>
                    <a:pt x="64" y="129"/>
                    <a:pt x="64" y="129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7" name="Group 28"/>
          <p:cNvGrpSpPr>
            <a:grpSpLocks noChangeAspect="1"/>
          </p:cNvGrpSpPr>
          <p:nvPr/>
        </p:nvGrpSpPr>
        <p:grpSpPr bwMode="auto">
          <a:xfrm>
            <a:off x="7604443" y="3337405"/>
            <a:ext cx="1000737" cy="1023480"/>
            <a:chOff x="2118" y="607"/>
            <a:chExt cx="924" cy="945"/>
          </a:xfrm>
        </p:grpSpPr>
        <p:sp>
          <p:nvSpPr>
            <p:cNvPr id="68" name="AutoShape 27"/>
            <p:cNvSpPr>
              <a:spLocks noChangeAspect="1" noChangeArrowheads="1" noTextEdit="1"/>
            </p:cNvSpPr>
            <p:nvPr/>
          </p:nvSpPr>
          <p:spPr bwMode="auto">
            <a:xfrm>
              <a:off x="2118" y="607"/>
              <a:ext cx="924" cy="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Freeform 29"/>
            <p:cNvSpPr>
              <a:spLocks/>
            </p:cNvSpPr>
            <p:nvPr/>
          </p:nvSpPr>
          <p:spPr bwMode="auto">
            <a:xfrm>
              <a:off x="2118" y="608"/>
              <a:ext cx="924" cy="943"/>
            </a:xfrm>
            <a:custGeom>
              <a:avLst/>
              <a:gdLst>
                <a:gd name="T0" fmla="*/ 0 w 924"/>
                <a:gd name="T1" fmla="*/ 0 h 943"/>
                <a:gd name="T2" fmla="*/ 160 w 924"/>
                <a:gd name="T3" fmla="*/ 0 h 943"/>
                <a:gd name="T4" fmla="*/ 464 w 924"/>
                <a:gd name="T5" fmla="*/ 617 h 943"/>
                <a:gd name="T6" fmla="*/ 766 w 924"/>
                <a:gd name="T7" fmla="*/ 0 h 943"/>
                <a:gd name="T8" fmla="*/ 924 w 924"/>
                <a:gd name="T9" fmla="*/ 0 h 943"/>
                <a:gd name="T10" fmla="*/ 463 w 924"/>
                <a:gd name="T11" fmla="*/ 943 h 943"/>
                <a:gd name="T12" fmla="*/ 0 w 924"/>
                <a:gd name="T13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4" h="943">
                  <a:moveTo>
                    <a:pt x="0" y="0"/>
                  </a:moveTo>
                  <a:lnTo>
                    <a:pt x="160" y="0"/>
                  </a:lnTo>
                  <a:lnTo>
                    <a:pt x="464" y="617"/>
                  </a:lnTo>
                  <a:lnTo>
                    <a:pt x="766" y="0"/>
                  </a:lnTo>
                  <a:lnTo>
                    <a:pt x="924" y="0"/>
                  </a:lnTo>
                  <a:lnTo>
                    <a:pt x="463" y="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0" name="Freeform 30"/>
            <p:cNvSpPr>
              <a:spLocks/>
            </p:cNvSpPr>
            <p:nvPr/>
          </p:nvSpPr>
          <p:spPr bwMode="auto">
            <a:xfrm>
              <a:off x="2372" y="610"/>
              <a:ext cx="416" cy="418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2" name="AutoShape 22"/>
          <p:cNvSpPr>
            <a:spLocks noChangeAspect="1" noChangeArrowheads="1" noTextEdit="1"/>
          </p:cNvSpPr>
          <p:nvPr/>
        </p:nvSpPr>
        <p:spPr bwMode="auto">
          <a:xfrm>
            <a:off x="3875394" y="3053364"/>
            <a:ext cx="1014605" cy="103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4656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DED875-FF94-B040-952A-E7ECCD36E8C9}"/>
              </a:ext>
            </a:extLst>
          </p:cNvPr>
          <p:cNvGrpSpPr/>
          <p:nvPr/>
        </p:nvGrpSpPr>
        <p:grpSpPr>
          <a:xfrm>
            <a:off x="7590575" y="1644567"/>
            <a:ext cx="1014605" cy="1034370"/>
            <a:chOff x="3581340" y="2412828"/>
            <a:chExt cx="1014605" cy="1034370"/>
          </a:xfrm>
        </p:grpSpPr>
        <p:sp>
          <p:nvSpPr>
            <p:cNvPr id="73" name="Freeform 24"/>
            <p:cNvSpPr>
              <a:spLocks noChangeAspect="1"/>
            </p:cNvSpPr>
            <p:nvPr/>
          </p:nvSpPr>
          <p:spPr bwMode="auto">
            <a:xfrm>
              <a:off x="3581340" y="2412828"/>
              <a:ext cx="1014605" cy="1034370"/>
            </a:xfrm>
            <a:custGeom>
              <a:avLst/>
              <a:gdLst>
                <a:gd name="T0" fmla="*/ 0 w 924"/>
                <a:gd name="T1" fmla="*/ 0 h 942"/>
                <a:gd name="T2" fmla="*/ 160 w 924"/>
                <a:gd name="T3" fmla="*/ 0 h 942"/>
                <a:gd name="T4" fmla="*/ 464 w 924"/>
                <a:gd name="T5" fmla="*/ 616 h 942"/>
                <a:gd name="T6" fmla="*/ 766 w 924"/>
                <a:gd name="T7" fmla="*/ 0 h 942"/>
                <a:gd name="T8" fmla="*/ 924 w 924"/>
                <a:gd name="T9" fmla="*/ 0 h 942"/>
                <a:gd name="T10" fmla="*/ 463 w 924"/>
                <a:gd name="T11" fmla="*/ 942 h 942"/>
                <a:gd name="T12" fmla="*/ 0 w 924"/>
                <a:gd name="T13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4" h="942">
                  <a:moveTo>
                    <a:pt x="0" y="0"/>
                  </a:moveTo>
                  <a:lnTo>
                    <a:pt x="160" y="0"/>
                  </a:lnTo>
                  <a:lnTo>
                    <a:pt x="464" y="616"/>
                  </a:lnTo>
                  <a:lnTo>
                    <a:pt x="766" y="0"/>
                  </a:lnTo>
                  <a:lnTo>
                    <a:pt x="924" y="0"/>
                  </a:lnTo>
                  <a:lnTo>
                    <a:pt x="463" y="9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4" name="Freeform 25"/>
            <p:cNvSpPr>
              <a:spLocks noChangeAspect="1"/>
            </p:cNvSpPr>
            <p:nvPr/>
          </p:nvSpPr>
          <p:spPr bwMode="auto">
            <a:xfrm>
              <a:off x="3860247" y="2413926"/>
              <a:ext cx="456792" cy="458988"/>
            </a:xfrm>
            <a:custGeom>
              <a:avLst/>
              <a:gdLst>
                <a:gd name="T0" fmla="*/ 0 w 340"/>
                <a:gd name="T1" fmla="*/ 1 h 340"/>
                <a:gd name="T2" fmla="*/ 170 w 340"/>
                <a:gd name="T3" fmla="*/ 340 h 340"/>
                <a:gd name="T4" fmla="*/ 340 w 340"/>
                <a:gd name="T5" fmla="*/ 1 h 340"/>
                <a:gd name="T6" fmla="*/ 0 w 340"/>
                <a:gd name="T7" fmla="*/ 1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" h="340">
                  <a:moveTo>
                    <a:pt x="0" y="1"/>
                  </a:moveTo>
                  <a:cubicBezTo>
                    <a:pt x="170" y="340"/>
                    <a:pt x="170" y="340"/>
                    <a:pt x="170" y="340"/>
                  </a:cubicBezTo>
                  <a:cubicBezTo>
                    <a:pt x="340" y="1"/>
                    <a:pt x="340" y="1"/>
                    <a:pt x="340" y="1"/>
                  </a:cubicBezTo>
                  <a:cubicBezTo>
                    <a:pt x="340" y="1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8A8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7" name="Group 33"/>
          <p:cNvGrpSpPr>
            <a:grpSpLocks noChangeAspect="1"/>
          </p:cNvGrpSpPr>
          <p:nvPr/>
        </p:nvGrpSpPr>
        <p:grpSpPr bwMode="auto">
          <a:xfrm>
            <a:off x="2651893" y="1780965"/>
            <a:ext cx="2761612" cy="657441"/>
            <a:chOff x="3643" y="1760"/>
            <a:chExt cx="1529" cy="364"/>
          </a:xfrm>
        </p:grpSpPr>
        <p:sp>
          <p:nvSpPr>
            <p:cNvPr id="78" name="AutoShape 32"/>
            <p:cNvSpPr>
              <a:spLocks noChangeAspect="1" noChangeArrowheads="1" noTextEdit="1"/>
            </p:cNvSpPr>
            <p:nvPr/>
          </p:nvSpPr>
          <p:spPr bwMode="auto">
            <a:xfrm>
              <a:off x="3643" y="1760"/>
              <a:ext cx="1529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4577" y="1811"/>
              <a:ext cx="308" cy="313"/>
            </a:xfrm>
            <a:custGeom>
              <a:avLst/>
              <a:gdLst>
                <a:gd name="T0" fmla="*/ 253 w 253"/>
                <a:gd name="T1" fmla="*/ 0 h 253"/>
                <a:gd name="T2" fmla="*/ 206 w 253"/>
                <a:gd name="T3" fmla="*/ 0 h 253"/>
                <a:gd name="T4" fmla="*/ 126 w 253"/>
                <a:gd name="T5" fmla="*/ 159 h 253"/>
                <a:gd name="T6" fmla="*/ 46 w 253"/>
                <a:gd name="T7" fmla="*/ 0 h 253"/>
                <a:gd name="T8" fmla="*/ 0 w 253"/>
                <a:gd name="T9" fmla="*/ 0 h 253"/>
                <a:gd name="T10" fmla="*/ 126 w 253"/>
                <a:gd name="T11" fmla="*/ 253 h 253"/>
                <a:gd name="T12" fmla="*/ 253 w 253"/>
                <a:gd name="T1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253">
                  <a:moveTo>
                    <a:pt x="253" y="0"/>
                  </a:moveTo>
                  <a:cubicBezTo>
                    <a:pt x="206" y="0"/>
                    <a:pt x="206" y="0"/>
                    <a:pt x="206" y="0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0" y="100"/>
                    <a:pt x="126" y="253"/>
                    <a:pt x="126" y="253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0" name="Freeform 35"/>
            <p:cNvSpPr>
              <a:spLocks noEditPoints="1"/>
            </p:cNvSpPr>
            <p:nvPr/>
          </p:nvSpPr>
          <p:spPr bwMode="auto">
            <a:xfrm>
              <a:off x="4289" y="1808"/>
              <a:ext cx="301" cy="305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0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1" name="Freeform 36"/>
            <p:cNvSpPr>
              <a:spLocks noEditPoints="1"/>
            </p:cNvSpPr>
            <p:nvPr/>
          </p:nvSpPr>
          <p:spPr bwMode="auto">
            <a:xfrm>
              <a:off x="4871" y="1809"/>
              <a:ext cx="300" cy="305"/>
            </a:xfrm>
            <a:custGeom>
              <a:avLst/>
              <a:gdLst>
                <a:gd name="T0" fmla="*/ 246 w 246"/>
                <a:gd name="T1" fmla="*/ 123 h 246"/>
                <a:gd name="T2" fmla="*/ 246 w 246"/>
                <a:gd name="T3" fmla="*/ 122 h 246"/>
                <a:gd name="T4" fmla="*/ 246 w 246"/>
                <a:gd name="T5" fmla="*/ 2 h 246"/>
                <a:gd name="T6" fmla="*/ 206 w 246"/>
                <a:gd name="T7" fmla="*/ 2 h 246"/>
                <a:gd name="T8" fmla="*/ 206 w 246"/>
                <a:gd name="T9" fmla="*/ 32 h 246"/>
                <a:gd name="T10" fmla="*/ 123 w 246"/>
                <a:gd name="T11" fmla="*/ 0 h 246"/>
                <a:gd name="T12" fmla="*/ 0 w 246"/>
                <a:gd name="T13" fmla="*/ 123 h 246"/>
                <a:gd name="T14" fmla="*/ 123 w 246"/>
                <a:gd name="T15" fmla="*/ 246 h 246"/>
                <a:gd name="T16" fmla="*/ 206 w 246"/>
                <a:gd name="T17" fmla="*/ 214 h 246"/>
                <a:gd name="T18" fmla="*/ 206 w 246"/>
                <a:gd name="T19" fmla="*/ 244 h 246"/>
                <a:gd name="T20" fmla="*/ 246 w 246"/>
                <a:gd name="T21" fmla="*/ 244 h 246"/>
                <a:gd name="T22" fmla="*/ 246 w 246"/>
                <a:gd name="T23" fmla="*/ 124 h 246"/>
                <a:gd name="T24" fmla="*/ 246 w 246"/>
                <a:gd name="T25" fmla="*/ 123 h 246"/>
                <a:gd name="T26" fmla="*/ 123 w 246"/>
                <a:gd name="T27" fmla="*/ 206 h 246"/>
                <a:gd name="T28" fmla="*/ 40 w 246"/>
                <a:gd name="T29" fmla="*/ 123 h 246"/>
                <a:gd name="T30" fmla="*/ 123 w 246"/>
                <a:gd name="T31" fmla="*/ 40 h 246"/>
                <a:gd name="T32" fmla="*/ 206 w 246"/>
                <a:gd name="T33" fmla="*/ 122 h 246"/>
                <a:gd name="T34" fmla="*/ 206 w 246"/>
                <a:gd name="T35" fmla="*/ 124 h 246"/>
                <a:gd name="T36" fmla="*/ 123 w 246"/>
                <a:gd name="T37" fmla="*/ 20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6" h="246">
                  <a:moveTo>
                    <a:pt x="246" y="123"/>
                  </a:moveTo>
                  <a:cubicBezTo>
                    <a:pt x="246" y="123"/>
                    <a:pt x="246" y="122"/>
                    <a:pt x="246" y="12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184" y="12"/>
                    <a:pt x="155" y="0"/>
                    <a:pt x="123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1"/>
                    <a:pt x="55" y="246"/>
                    <a:pt x="123" y="246"/>
                  </a:cubicBezTo>
                  <a:cubicBezTo>
                    <a:pt x="155" y="246"/>
                    <a:pt x="184" y="234"/>
                    <a:pt x="206" y="214"/>
                  </a:cubicBezTo>
                  <a:cubicBezTo>
                    <a:pt x="206" y="244"/>
                    <a:pt x="206" y="244"/>
                    <a:pt x="206" y="244"/>
                  </a:cubicBezTo>
                  <a:cubicBezTo>
                    <a:pt x="246" y="244"/>
                    <a:pt x="246" y="244"/>
                    <a:pt x="246" y="244"/>
                  </a:cubicBezTo>
                  <a:cubicBezTo>
                    <a:pt x="246" y="124"/>
                    <a:pt x="246" y="124"/>
                    <a:pt x="246" y="124"/>
                  </a:cubicBezTo>
                  <a:cubicBezTo>
                    <a:pt x="246" y="124"/>
                    <a:pt x="246" y="123"/>
                    <a:pt x="246" y="123"/>
                  </a:cubicBezTo>
                  <a:moveTo>
                    <a:pt x="123" y="206"/>
                  </a:moveTo>
                  <a:cubicBezTo>
                    <a:pt x="77" y="206"/>
                    <a:pt x="40" y="169"/>
                    <a:pt x="40" y="123"/>
                  </a:cubicBezTo>
                  <a:cubicBezTo>
                    <a:pt x="40" y="77"/>
                    <a:pt x="77" y="40"/>
                    <a:pt x="123" y="40"/>
                  </a:cubicBezTo>
                  <a:cubicBezTo>
                    <a:pt x="169" y="40"/>
                    <a:pt x="206" y="76"/>
                    <a:pt x="206" y="122"/>
                  </a:cubicBezTo>
                  <a:cubicBezTo>
                    <a:pt x="206" y="124"/>
                    <a:pt x="206" y="124"/>
                    <a:pt x="206" y="124"/>
                  </a:cubicBezTo>
                  <a:cubicBezTo>
                    <a:pt x="206" y="170"/>
                    <a:pt x="169" y="206"/>
                    <a:pt x="123" y="206"/>
                  </a:cubicBezTo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Freeform 37"/>
            <p:cNvSpPr>
              <a:spLocks noEditPoints="1"/>
            </p:cNvSpPr>
            <p:nvPr/>
          </p:nvSpPr>
          <p:spPr bwMode="auto">
            <a:xfrm>
              <a:off x="3955" y="1808"/>
              <a:ext cx="301" cy="305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1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Freeform 38"/>
            <p:cNvSpPr>
              <a:spLocks/>
            </p:cNvSpPr>
            <p:nvPr/>
          </p:nvSpPr>
          <p:spPr bwMode="auto">
            <a:xfrm>
              <a:off x="3642" y="1759"/>
              <a:ext cx="348" cy="359"/>
            </a:xfrm>
            <a:custGeom>
              <a:avLst/>
              <a:gdLst>
                <a:gd name="T0" fmla="*/ 0 w 348"/>
                <a:gd name="T1" fmla="*/ 0 h 359"/>
                <a:gd name="T2" fmla="*/ 61 w 348"/>
                <a:gd name="T3" fmla="*/ 0 h 359"/>
                <a:gd name="T4" fmla="*/ 175 w 348"/>
                <a:gd name="T5" fmla="*/ 235 h 359"/>
                <a:gd name="T6" fmla="*/ 290 w 348"/>
                <a:gd name="T7" fmla="*/ 0 h 359"/>
                <a:gd name="T8" fmla="*/ 348 w 348"/>
                <a:gd name="T9" fmla="*/ 0 h 359"/>
                <a:gd name="T10" fmla="*/ 175 w 348"/>
                <a:gd name="T11" fmla="*/ 359 h 359"/>
                <a:gd name="T12" fmla="*/ 0 w 348"/>
                <a:gd name="T13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8" h="359">
                  <a:moveTo>
                    <a:pt x="0" y="0"/>
                  </a:moveTo>
                  <a:lnTo>
                    <a:pt x="61" y="0"/>
                  </a:lnTo>
                  <a:lnTo>
                    <a:pt x="175" y="235"/>
                  </a:lnTo>
                  <a:lnTo>
                    <a:pt x="290" y="0"/>
                  </a:lnTo>
                  <a:lnTo>
                    <a:pt x="348" y="0"/>
                  </a:lnTo>
                  <a:lnTo>
                    <a:pt x="175" y="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E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4" name="Freeform 39"/>
            <p:cNvSpPr>
              <a:spLocks/>
            </p:cNvSpPr>
            <p:nvPr/>
          </p:nvSpPr>
          <p:spPr bwMode="auto">
            <a:xfrm>
              <a:off x="3738" y="1765"/>
              <a:ext cx="157" cy="160"/>
            </a:xfrm>
            <a:custGeom>
              <a:avLst/>
              <a:gdLst>
                <a:gd name="T0" fmla="*/ 0 w 129"/>
                <a:gd name="T1" fmla="*/ 0 h 129"/>
                <a:gd name="T2" fmla="*/ 64 w 129"/>
                <a:gd name="T3" fmla="*/ 129 h 129"/>
                <a:gd name="T4" fmla="*/ 129 w 129"/>
                <a:gd name="T5" fmla="*/ 0 h 129"/>
                <a:gd name="T6" fmla="*/ 0 w 129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29">
                  <a:moveTo>
                    <a:pt x="0" y="0"/>
                  </a:moveTo>
                  <a:cubicBezTo>
                    <a:pt x="64" y="129"/>
                    <a:pt x="64" y="129"/>
                    <a:pt x="64" y="129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8A8A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5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Veeva Corporate Logos</a:t>
            </a:r>
          </a:p>
        </p:txBody>
      </p:sp>
      <p:grpSp>
        <p:nvGrpSpPr>
          <p:cNvPr id="56" name="Group 19">
            <a:extLst>
              <a:ext uri="{FF2B5EF4-FFF2-40B4-BE49-F238E27FC236}">
                <a16:creationId xmlns:a16="http://schemas.microsoft.com/office/drawing/2014/main" id="{F656678C-5204-4F49-B333-32A22C67CE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730380" y="5313685"/>
            <a:ext cx="2684881" cy="632150"/>
            <a:chOff x="4995" y="2338"/>
            <a:chExt cx="1529" cy="360"/>
          </a:xfrm>
        </p:grpSpPr>
        <p:sp>
          <p:nvSpPr>
            <p:cNvPr id="57" name="AutoShape 18">
              <a:extLst>
                <a:ext uri="{FF2B5EF4-FFF2-40B4-BE49-F238E27FC236}">
                  <a16:creationId xmlns:a16="http://schemas.microsoft.com/office/drawing/2014/main" id="{105A9B30-C703-7447-85D6-F146DE36C0D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95" y="2338"/>
              <a:ext cx="1529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A66C71F5-E6F6-BB4E-81FC-2B2F09BAE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9" y="2385"/>
              <a:ext cx="308" cy="313"/>
            </a:xfrm>
            <a:custGeom>
              <a:avLst/>
              <a:gdLst>
                <a:gd name="T0" fmla="*/ 253 w 253"/>
                <a:gd name="T1" fmla="*/ 0 h 253"/>
                <a:gd name="T2" fmla="*/ 206 w 253"/>
                <a:gd name="T3" fmla="*/ 0 h 253"/>
                <a:gd name="T4" fmla="*/ 126 w 253"/>
                <a:gd name="T5" fmla="*/ 159 h 253"/>
                <a:gd name="T6" fmla="*/ 46 w 253"/>
                <a:gd name="T7" fmla="*/ 0 h 253"/>
                <a:gd name="T8" fmla="*/ 0 w 253"/>
                <a:gd name="T9" fmla="*/ 0 h 253"/>
                <a:gd name="T10" fmla="*/ 126 w 253"/>
                <a:gd name="T11" fmla="*/ 253 h 253"/>
                <a:gd name="T12" fmla="*/ 253 w 253"/>
                <a:gd name="T13" fmla="*/ 0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" h="253">
                  <a:moveTo>
                    <a:pt x="253" y="0"/>
                  </a:moveTo>
                  <a:cubicBezTo>
                    <a:pt x="206" y="0"/>
                    <a:pt x="206" y="0"/>
                    <a:pt x="206" y="0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0" y="100"/>
                    <a:pt x="126" y="253"/>
                    <a:pt x="126" y="253"/>
                  </a:cubicBezTo>
                  <a:lnTo>
                    <a:pt x="2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44ED3999-7A29-5847-AAB0-B6D7D99925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1" y="2383"/>
              <a:ext cx="301" cy="304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0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26F26D55-E2FA-E445-BD8F-36F8FD06B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23" y="2384"/>
              <a:ext cx="300" cy="304"/>
            </a:xfrm>
            <a:custGeom>
              <a:avLst/>
              <a:gdLst>
                <a:gd name="T0" fmla="*/ 246 w 246"/>
                <a:gd name="T1" fmla="*/ 123 h 246"/>
                <a:gd name="T2" fmla="*/ 246 w 246"/>
                <a:gd name="T3" fmla="*/ 122 h 246"/>
                <a:gd name="T4" fmla="*/ 246 w 246"/>
                <a:gd name="T5" fmla="*/ 2 h 246"/>
                <a:gd name="T6" fmla="*/ 206 w 246"/>
                <a:gd name="T7" fmla="*/ 2 h 246"/>
                <a:gd name="T8" fmla="*/ 206 w 246"/>
                <a:gd name="T9" fmla="*/ 32 h 246"/>
                <a:gd name="T10" fmla="*/ 123 w 246"/>
                <a:gd name="T11" fmla="*/ 0 h 246"/>
                <a:gd name="T12" fmla="*/ 0 w 246"/>
                <a:gd name="T13" fmla="*/ 123 h 246"/>
                <a:gd name="T14" fmla="*/ 123 w 246"/>
                <a:gd name="T15" fmla="*/ 246 h 246"/>
                <a:gd name="T16" fmla="*/ 206 w 246"/>
                <a:gd name="T17" fmla="*/ 214 h 246"/>
                <a:gd name="T18" fmla="*/ 206 w 246"/>
                <a:gd name="T19" fmla="*/ 244 h 246"/>
                <a:gd name="T20" fmla="*/ 246 w 246"/>
                <a:gd name="T21" fmla="*/ 244 h 246"/>
                <a:gd name="T22" fmla="*/ 246 w 246"/>
                <a:gd name="T23" fmla="*/ 124 h 246"/>
                <a:gd name="T24" fmla="*/ 246 w 246"/>
                <a:gd name="T25" fmla="*/ 123 h 246"/>
                <a:gd name="T26" fmla="*/ 123 w 246"/>
                <a:gd name="T27" fmla="*/ 206 h 246"/>
                <a:gd name="T28" fmla="*/ 40 w 246"/>
                <a:gd name="T29" fmla="*/ 123 h 246"/>
                <a:gd name="T30" fmla="*/ 123 w 246"/>
                <a:gd name="T31" fmla="*/ 40 h 246"/>
                <a:gd name="T32" fmla="*/ 206 w 246"/>
                <a:gd name="T33" fmla="*/ 122 h 246"/>
                <a:gd name="T34" fmla="*/ 206 w 246"/>
                <a:gd name="T35" fmla="*/ 124 h 246"/>
                <a:gd name="T36" fmla="*/ 123 w 246"/>
                <a:gd name="T37" fmla="*/ 20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6" h="246">
                  <a:moveTo>
                    <a:pt x="246" y="123"/>
                  </a:moveTo>
                  <a:cubicBezTo>
                    <a:pt x="246" y="123"/>
                    <a:pt x="246" y="122"/>
                    <a:pt x="246" y="122"/>
                  </a:cubicBezTo>
                  <a:cubicBezTo>
                    <a:pt x="246" y="2"/>
                    <a:pt x="246" y="2"/>
                    <a:pt x="246" y="2"/>
                  </a:cubicBezTo>
                  <a:cubicBezTo>
                    <a:pt x="206" y="2"/>
                    <a:pt x="206" y="2"/>
                    <a:pt x="206" y="2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184" y="12"/>
                    <a:pt x="155" y="0"/>
                    <a:pt x="123" y="0"/>
                  </a:cubicBezTo>
                  <a:cubicBezTo>
                    <a:pt x="55" y="0"/>
                    <a:pt x="0" y="55"/>
                    <a:pt x="0" y="123"/>
                  </a:cubicBezTo>
                  <a:cubicBezTo>
                    <a:pt x="0" y="191"/>
                    <a:pt x="55" y="246"/>
                    <a:pt x="123" y="246"/>
                  </a:cubicBezTo>
                  <a:cubicBezTo>
                    <a:pt x="155" y="246"/>
                    <a:pt x="184" y="234"/>
                    <a:pt x="206" y="214"/>
                  </a:cubicBezTo>
                  <a:cubicBezTo>
                    <a:pt x="206" y="244"/>
                    <a:pt x="206" y="244"/>
                    <a:pt x="206" y="244"/>
                  </a:cubicBezTo>
                  <a:cubicBezTo>
                    <a:pt x="246" y="244"/>
                    <a:pt x="246" y="244"/>
                    <a:pt x="246" y="244"/>
                  </a:cubicBezTo>
                  <a:cubicBezTo>
                    <a:pt x="246" y="124"/>
                    <a:pt x="246" y="124"/>
                    <a:pt x="246" y="124"/>
                  </a:cubicBezTo>
                  <a:cubicBezTo>
                    <a:pt x="246" y="124"/>
                    <a:pt x="246" y="123"/>
                    <a:pt x="246" y="123"/>
                  </a:cubicBezTo>
                  <a:moveTo>
                    <a:pt x="123" y="206"/>
                  </a:moveTo>
                  <a:cubicBezTo>
                    <a:pt x="77" y="206"/>
                    <a:pt x="40" y="169"/>
                    <a:pt x="40" y="123"/>
                  </a:cubicBezTo>
                  <a:cubicBezTo>
                    <a:pt x="40" y="77"/>
                    <a:pt x="77" y="40"/>
                    <a:pt x="123" y="40"/>
                  </a:cubicBezTo>
                  <a:cubicBezTo>
                    <a:pt x="169" y="40"/>
                    <a:pt x="206" y="76"/>
                    <a:pt x="206" y="122"/>
                  </a:cubicBezTo>
                  <a:cubicBezTo>
                    <a:pt x="206" y="124"/>
                    <a:pt x="206" y="124"/>
                    <a:pt x="206" y="124"/>
                  </a:cubicBezTo>
                  <a:cubicBezTo>
                    <a:pt x="206" y="170"/>
                    <a:pt x="169" y="206"/>
                    <a:pt x="123" y="2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84EE8CE0-2DB4-1145-9CE3-EA5D869D7E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7" y="2383"/>
              <a:ext cx="301" cy="304"/>
            </a:xfrm>
            <a:custGeom>
              <a:avLst/>
              <a:gdLst>
                <a:gd name="T0" fmla="*/ 124 w 247"/>
                <a:gd name="T1" fmla="*/ 206 h 246"/>
                <a:gd name="T2" fmla="*/ 43 w 247"/>
                <a:gd name="T3" fmla="*/ 143 h 246"/>
                <a:gd name="T4" fmla="*/ 247 w 247"/>
                <a:gd name="T5" fmla="*/ 143 h 246"/>
                <a:gd name="T6" fmla="*/ 247 w 247"/>
                <a:gd name="T7" fmla="*/ 123 h 246"/>
                <a:gd name="T8" fmla="*/ 124 w 247"/>
                <a:gd name="T9" fmla="*/ 0 h 246"/>
                <a:gd name="T10" fmla="*/ 0 w 247"/>
                <a:gd name="T11" fmla="*/ 123 h 246"/>
                <a:gd name="T12" fmla="*/ 124 w 247"/>
                <a:gd name="T13" fmla="*/ 246 h 246"/>
                <a:gd name="T14" fmla="*/ 233 w 247"/>
                <a:gd name="T15" fmla="*/ 181 h 246"/>
                <a:gd name="T16" fmla="*/ 184 w 247"/>
                <a:gd name="T17" fmla="*/ 181 h 246"/>
                <a:gd name="T18" fmla="*/ 124 w 247"/>
                <a:gd name="T19" fmla="*/ 206 h 246"/>
                <a:gd name="T20" fmla="*/ 124 w 247"/>
                <a:gd name="T21" fmla="*/ 40 h 246"/>
                <a:gd name="T22" fmla="*/ 205 w 247"/>
                <a:gd name="T23" fmla="*/ 103 h 246"/>
                <a:gd name="T24" fmla="*/ 43 w 247"/>
                <a:gd name="T25" fmla="*/ 103 h 246"/>
                <a:gd name="T26" fmla="*/ 124 w 247"/>
                <a:gd name="T27" fmla="*/ 4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6">
                  <a:moveTo>
                    <a:pt x="124" y="206"/>
                  </a:moveTo>
                  <a:cubicBezTo>
                    <a:pt x="85" y="206"/>
                    <a:pt x="52" y="179"/>
                    <a:pt x="43" y="143"/>
                  </a:cubicBezTo>
                  <a:cubicBezTo>
                    <a:pt x="247" y="143"/>
                    <a:pt x="247" y="143"/>
                    <a:pt x="247" y="143"/>
                  </a:cubicBezTo>
                  <a:cubicBezTo>
                    <a:pt x="247" y="123"/>
                    <a:pt x="247" y="123"/>
                    <a:pt x="247" y="123"/>
                  </a:cubicBezTo>
                  <a:cubicBezTo>
                    <a:pt x="247" y="55"/>
                    <a:pt x="192" y="0"/>
                    <a:pt x="124" y="0"/>
                  </a:cubicBezTo>
                  <a:cubicBezTo>
                    <a:pt x="56" y="0"/>
                    <a:pt x="0" y="55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71" y="246"/>
                    <a:pt x="212" y="220"/>
                    <a:pt x="233" y="181"/>
                  </a:cubicBezTo>
                  <a:cubicBezTo>
                    <a:pt x="184" y="181"/>
                    <a:pt x="184" y="181"/>
                    <a:pt x="184" y="181"/>
                  </a:cubicBezTo>
                  <a:cubicBezTo>
                    <a:pt x="169" y="197"/>
                    <a:pt x="147" y="206"/>
                    <a:pt x="124" y="206"/>
                  </a:cubicBezTo>
                  <a:moveTo>
                    <a:pt x="124" y="40"/>
                  </a:moveTo>
                  <a:cubicBezTo>
                    <a:pt x="163" y="40"/>
                    <a:pt x="196" y="67"/>
                    <a:pt x="205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52" y="67"/>
                    <a:pt x="85" y="40"/>
                    <a:pt x="124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8F517B5A-65E3-3348-A944-EF556DBED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2339"/>
              <a:ext cx="348" cy="359"/>
            </a:xfrm>
            <a:custGeom>
              <a:avLst/>
              <a:gdLst>
                <a:gd name="T0" fmla="*/ 0 w 348"/>
                <a:gd name="T1" fmla="*/ 0 h 359"/>
                <a:gd name="T2" fmla="*/ 61 w 348"/>
                <a:gd name="T3" fmla="*/ 0 h 359"/>
                <a:gd name="T4" fmla="*/ 175 w 348"/>
                <a:gd name="T5" fmla="*/ 234 h 359"/>
                <a:gd name="T6" fmla="*/ 290 w 348"/>
                <a:gd name="T7" fmla="*/ 0 h 359"/>
                <a:gd name="T8" fmla="*/ 348 w 348"/>
                <a:gd name="T9" fmla="*/ 0 h 359"/>
                <a:gd name="T10" fmla="*/ 175 w 348"/>
                <a:gd name="T11" fmla="*/ 359 h 359"/>
                <a:gd name="T12" fmla="*/ 0 w 348"/>
                <a:gd name="T13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8" h="359">
                  <a:moveTo>
                    <a:pt x="0" y="0"/>
                  </a:moveTo>
                  <a:lnTo>
                    <a:pt x="61" y="0"/>
                  </a:lnTo>
                  <a:lnTo>
                    <a:pt x="175" y="234"/>
                  </a:lnTo>
                  <a:lnTo>
                    <a:pt x="290" y="0"/>
                  </a:lnTo>
                  <a:lnTo>
                    <a:pt x="348" y="0"/>
                  </a:lnTo>
                  <a:lnTo>
                    <a:pt x="175" y="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Freeform 25">
              <a:extLst>
                <a:ext uri="{FF2B5EF4-FFF2-40B4-BE49-F238E27FC236}">
                  <a16:creationId xmlns:a16="http://schemas.microsoft.com/office/drawing/2014/main" id="{14B4545A-9B44-BE49-AC17-E96210D44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2339"/>
              <a:ext cx="348" cy="359"/>
            </a:xfrm>
            <a:custGeom>
              <a:avLst/>
              <a:gdLst>
                <a:gd name="T0" fmla="*/ 0 w 348"/>
                <a:gd name="T1" fmla="*/ 0 h 359"/>
                <a:gd name="T2" fmla="*/ 61 w 348"/>
                <a:gd name="T3" fmla="*/ 0 h 359"/>
                <a:gd name="T4" fmla="*/ 175 w 348"/>
                <a:gd name="T5" fmla="*/ 234 h 359"/>
                <a:gd name="T6" fmla="*/ 290 w 348"/>
                <a:gd name="T7" fmla="*/ 0 h 359"/>
                <a:gd name="T8" fmla="*/ 348 w 348"/>
                <a:gd name="T9" fmla="*/ 0 h 359"/>
                <a:gd name="T10" fmla="*/ 175 w 348"/>
                <a:gd name="T11" fmla="*/ 359 h 359"/>
                <a:gd name="T12" fmla="*/ 0 w 348"/>
                <a:gd name="T13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8" h="359">
                  <a:moveTo>
                    <a:pt x="0" y="0"/>
                  </a:moveTo>
                  <a:lnTo>
                    <a:pt x="61" y="0"/>
                  </a:lnTo>
                  <a:lnTo>
                    <a:pt x="175" y="234"/>
                  </a:lnTo>
                  <a:lnTo>
                    <a:pt x="290" y="0"/>
                  </a:lnTo>
                  <a:lnTo>
                    <a:pt x="348" y="0"/>
                  </a:lnTo>
                  <a:lnTo>
                    <a:pt x="175" y="3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EF5727CA-1CAC-D543-9669-62351F3BD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2339"/>
              <a:ext cx="157" cy="160"/>
            </a:xfrm>
            <a:custGeom>
              <a:avLst/>
              <a:gdLst>
                <a:gd name="T0" fmla="*/ 0 w 129"/>
                <a:gd name="T1" fmla="*/ 0 h 129"/>
                <a:gd name="T2" fmla="*/ 64 w 129"/>
                <a:gd name="T3" fmla="*/ 129 h 129"/>
                <a:gd name="T4" fmla="*/ 129 w 129"/>
                <a:gd name="T5" fmla="*/ 0 h 129"/>
                <a:gd name="T6" fmla="*/ 0 w 129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" h="129">
                  <a:moveTo>
                    <a:pt x="0" y="0"/>
                  </a:moveTo>
                  <a:cubicBezTo>
                    <a:pt x="64" y="129"/>
                    <a:pt x="64" y="129"/>
                    <a:pt x="64" y="129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29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46569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05EFF062-C90A-F771-9716-0A585448B64B}"/>
              </a:ext>
            </a:extLst>
          </p:cNvPr>
          <p:cNvSpPr txBox="1"/>
          <p:nvPr/>
        </p:nvSpPr>
        <p:spPr>
          <a:xfrm>
            <a:off x="481217" y="6477820"/>
            <a:ext cx="6436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chemeClr val="tx2"/>
                </a:solidFill>
                <a:latin typeface="Calibri"/>
              </a:rPr>
              <a:t>All Veeva logos: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</a:t>
            </a:r>
            <a:r>
              <a:rPr kumimoji="0" lang="en-US" sz="1200" b="0" i="0" u="sng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veevasystems.egnyte.com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lang="en-US" sz="1200" b="0" i="0" u="sng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/v0oG1FUou3</a:t>
            </a:r>
          </a:p>
        </p:txBody>
      </p:sp>
    </p:spTree>
    <p:extLst>
      <p:ext uri="{BB962C8B-B14F-4D97-AF65-F5344CB8AC3E}">
        <p14:creationId xmlns:p14="http://schemas.microsoft.com/office/powerpoint/2010/main" val="399574076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1630363"/>
            <a:ext cx="9144000" cy="238760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710195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Veeva Template (external)">
  <a:themeElements>
    <a:clrScheme name="Veeva template colors">
      <a:dk1>
        <a:srgbClr val="646569"/>
      </a:dk1>
      <a:lt1>
        <a:sysClr val="window" lastClr="FFFFFF"/>
      </a:lt1>
      <a:dk2>
        <a:srgbClr val="FF9E16"/>
      </a:dk2>
      <a:lt2>
        <a:srgbClr val="E7E6E6"/>
      </a:lt2>
      <a:accent1>
        <a:srgbClr val="FF9E16"/>
      </a:accent1>
      <a:accent2>
        <a:srgbClr val="8B8C8E"/>
      </a:accent2>
      <a:accent3>
        <a:srgbClr val="4F86A0"/>
      </a:accent3>
      <a:accent4>
        <a:srgbClr val="63A70A"/>
      </a:accent4>
      <a:accent5>
        <a:srgbClr val="DD5F13"/>
      </a:accent5>
      <a:accent6>
        <a:srgbClr val="61B4E4"/>
      </a:accent6>
      <a:hlink>
        <a:srgbClr val="FF9E16"/>
      </a:hlink>
      <a:folHlink>
        <a:srgbClr val="B4B4B8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R="0" indent="-182880" algn="l" defTabSz="914400" rtl="0" eaLnBrk="1" fontAlgn="auto" latinLnBrk="0" hangingPunct="1">
          <a:lnSpc>
            <a:spcPct val="80000"/>
          </a:lnSpc>
          <a:spcBef>
            <a:spcPts val="120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•"/>
          <a:tabLst/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- Corporate PowerPoint Slide Library" id="{BAA91CC4-A97E-9847-BDB0-AF447D4E23F9}" vid="{40F60AFA-4CB3-7C42-ACFD-2A1DE09175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Veeva Template (external)</Template>
  <TotalTime>2611</TotalTime>
  <Words>29</Words>
  <Application>Microsoft Macintosh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Veeva Template (external)</vt:lpstr>
      <vt:lpstr>Direct Data API</vt:lpstr>
      <vt:lpstr>PowerPoint Presentation</vt:lpstr>
      <vt:lpstr>Veeva Corporate Logos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Morparia</dc:creator>
  <cp:lastModifiedBy>Mark Arnold</cp:lastModifiedBy>
  <cp:revision>41</cp:revision>
  <cp:lastPrinted>2017-12-14T03:08:06Z</cp:lastPrinted>
  <dcterms:created xsi:type="dcterms:W3CDTF">2024-03-11T23:27:33Z</dcterms:created>
  <dcterms:modified xsi:type="dcterms:W3CDTF">2024-08-30T16:11:14Z</dcterms:modified>
</cp:coreProperties>
</file>